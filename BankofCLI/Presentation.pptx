
<file path=[Content_Types].xml><?xml version="1.0" encoding="utf-8"?>
<Types xmlns="http://schemas.openxmlformats.org/package/2006/content-types">
  <Default Extension="Default" ContentType="image/png"/>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4"/>
  </p:sldMasterIdLst>
  <p:notesMasterIdLst>
    <p:notesMasterId r:id="rId14"/>
  </p:notesMasterIdLst>
  <p:handoutMasterIdLst>
    <p:handoutMasterId r:id="rId15"/>
  </p:handoutMasterIdLst>
  <p:sldIdLst>
    <p:sldId id="1519" r:id="rId5"/>
    <p:sldId id="1532" r:id="rId6"/>
    <p:sldId id="1542" r:id="rId7"/>
    <p:sldId id="1543" r:id="rId8"/>
    <p:sldId id="1538" r:id="rId9"/>
    <p:sldId id="1544" r:id="rId10"/>
    <p:sldId id="1534" r:id="rId11"/>
    <p:sldId id="1523" r:id="rId12"/>
    <p:sldId id="153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958D4E-FDA1-D18A-67DD-4E907E717676}" v="366" dt="2026-09-24T04:34:04.908"/>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94"/>
    <p:restoredTop sz="94630"/>
  </p:normalViewPr>
  <p:slideViewPr>
    <p:cSldViewPr snapToGrid="0">
      <p:cViewPr varScale="1">
        <p:scale>
          <a:sx n="70" d="100"/>
          <a:sy n="70" d="100"/>
        </p:scale>
        <p:origin x="552" y="5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9/24/2026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12740601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0AA04CA-6D91-004C-FA88-4221A31A77F6}"/>
              </a:ext>
            </a:extLst>
          </p:cNvPr>
          <p:cNvGrpSpPr/>
          <p:nvPr/>
        </p:nvGrpSpPr>
        <p:grpSpPr>
          <a:xfrm>
            <a:off x="1524" y="4777054"/>
            <a:ext cx="12190476" cy="230457"/>
            <a:chOff x="1524" y="486404"/>
            <a:chExt cx="12190476" cy="230457"/>
          </a:xfrm>
        </p:grpSpPr>
        <p:cxnSp>
          <p:nvCxnSpPr>
            <p:cNvPr id="5" name="Straight Connector 4">
              <a:extLst>
                <a:ext uri="{FF2B5EF4-FFF2-40B4-BE49-F238E27FC236}">
                  <a16:creationId xmlns:a16="http://schemas.microsoft.com/office/drawing/2014/main" id="{6C317687-1EB3-6E94-A975-D3BE67105093}"/>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FA8497D-927F-1F00-CAA6-850ED9ACF360}"/>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1"/>
            <a:ext cx="12191999" cy="4777054"/>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Tree>
    <p:extLst>
      <p:ext uri="{BB962C8B-B14F-4D97-AF65-F5344CB8AC3E}">
        <p14:creationId xmlns:p14="http://schemas.microsoft.com/office/powerpoint/2010/main" val="15114979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1320"/>
            <a:ext cx="10653578" cy="1132258"/>
          </a:xfrm>
        </p:spPr>
        <p:txBody>
          <a:bodyPr anchor="b" anchorCtr="0">
            <a:norm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E7F1B-976D-3ABC-105B-153A80975A9D}"/>
              </a:ext>
            </a:extLst>
          </p:cNvPr>
          <p:cNvSpPr>
            <a:spLocks noGrp="1"/>
          </p:cNvSpPr>
          <p:nvPr>
            <p:ph type="dt" sz="half" idx="10"/>
          </p:nvPr>
        </p:nvSpPr>
        <p:spPr>
          <a:xfrm>
            <a:off x="566928" y="6309360"/>
            <a:ext cx="1371600" cy="365760"/>
          </a:xfrm>
        </p:spPr>
        <p:txBody>
          <a:bodyPr/>
          <a:lstStyle/>
          <a:p>
            <a:fld id="{D16B9168-F6EC-AA44-B1F6-76306FA4BF2D}" type="datetime1">
              <a:rPr lang="en-US" smtClean="0"/>
              <a:t>9/24/2026</a:t>
            </a:fld>
            <a:endParaRPr lang="en-US" dirty="0"/>
          </a:p>
        </p:txBody>
      </p:sp>
      <p:sp>
        <p:nvSpPr>
          <p:cNvPr id="8" name="Footer Placeholder 7">
            <a:extLst>
              <a:ext uri="{FF2B5EF4-FFF2-40B4-BE49-F238E27FC236}">
                <a16:creationId xmlns:a16="http://schemas.microsoft.com/office/drawing/2014/main" id="{1B2BAF71-3D3C-DFB3-0251-27F1B866D77B}"/>
              </a:ext>
            </a:extLst>
          </p:cNvPr>
          <p:cNvSpPr>
            <a:spLocks noGrp="1"/>
          </p:cNvSpPr>
          <p:nvPr>
            <p:ph type="ftr" sz="quarter" idx="11"/>
          </p:nvPr>
        </p:nvSpPr>
        <p:spPr>
          <a:xfrm>
            <a:off x="8437249" y="6309360"/>
            <a:ext cx="2805405" cy="365125"/>
          </a:xfrm>
        </p:spPr>
        <p:txBody>
          <a:bodyPr/>
          <a:lstStyle/>
          <a:p>
            <a:endParaRPr lang="en-US" dirty="0"/>
          </a:p>
        </p:txBody>
      </p:sp>
      <p:sp>
        <p:nvSpPr>
          <p:cNvPr id="10" name="Slide Number Placeholder 9">
            <a:extLst>
              <a:ext uri="{FF2B5EF4-FFF2-40B4-BE49-F238E27FC236}">
                <a16:creationId xmlns:a16="http://schemas.microsoft.com/office/drawing/2014/main" id="{FD728C4D-5809-FB9D-495E-3C24CD20F88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40080842-8B21-79F6-5E17-600AD47CB464}"/>
              </a:ext>
            </a:extLst>
          </p:cNvPr>
          <p:cNvCxnSpPr>
            <a:cxnSpLocks/>
          </p:cNvCxnSpPr>
          <p:nvPr userDrawn="1"/>
        </p:nvCxnSpPr>
        <p:spPr>
          <a:xfrm>
            <a:off x="1524" y="152191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95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4F8D86E-5D70-7185-C411-C71D956B9C53}"/>
              </a:ext>
            </a:extLst>
          </p:cNvPr>
          <p:cNvGrpSpPr/>
          <p:nvPr userDrawn="1"/>
        </p:nvGrpSpPr>
        <p:grpSpPr>
          <a:xfrm>
            <a:off x="762" y="4323710"/>
            <a:ext cx="12190476" cy="230457"/>
            <a:chOff x="1524" y="486404"/>
            <a:chExt cx="12190476" cy="230457"/>
          </a:xfrm>
        </p:grpSpPr>
        <p:cxnSp>
          <p:nvCxnSpPr>
            <p:cNvPr id="14" name="Straight Connector 13">
              <a:extLst>
                <a:ext uri="{FF2B5EF4-FFF2-40B4-BE49-F238E27FC236}">
                  <a16:creationId xmlns:a16="http://schemas.microsoft.com/office/drawing/2014/main" id="{792226F6-839F-E0FD-4A1B-F028A504415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3AA5B1-AF38-6DBD-00FF-264F5F3B680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A38C3CA0-C363-69D3-827F-AF038DF1A90C}"/>
              </a:ext>
            </a:extLst>
          </p:cNvPr>
          <p:cNvCxnSpPr>
            <a:cxnSpLocks/>
          </p:cNvCxnSpPr>
          <p:nvPr/>
        </p:nvCxnSpPr>
        <p:spPr>
          <a:xfrm>
            <a:off x="7823179" y="4554167"/>
            <a:ext cx="0" cy="230383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8883CA6-E205-E263-764B-64C61C1320D0}"/>
              </a:ext>
            </a:extLst>
          </p:cNvPr>
          <p:cNvGrpSpPr/>
          <p:nvPr userDrawn="1"/>
        </p:nvGrpSpPr>
        <p:grpSpPr>
          <a:xfrm>
            <a:off x="1524" y="486404"/>
            <a:ext cx="12190476" cy="230457"/>
            <a:chOff x="1524" y="486404"/>
            <a:chExt cx="12190476" cy="230457"/>
          </a:xfrm>
        </p:grpSpPr>
        <p:cxnSp>
          <p:nvCxnSpPr>
            <p:cNvPr id="5" name="Straight Connector 4">
              <a:extLst>
                <a:ext uri="{FF2B5EF4-FFF2-40B4-BE49-F238E27FC236}">
                  <a16:creationId xmlns:a16="http://schemas.microsoft.com/office/drawing/2014/main" id="{30BE2DC9-8E74-FFAE-BD8E-F04D7AF773E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740C90-E1CD-A152-9536-FF1D3721A0D6}"/>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2583" y="984562"/>
            <a:ext cx="7551109" cy="3071446"/>
          </a:xfrm>
        </p:spPr>
        <p:txBody>
          <a:bodyPr anchor="ctr" anchorCtr="0">
            <a:noAutofit/>
          </a:bodyPr>
          <a:lstStyle>
            <a:lvl1pPr algn="l">
              <a:lnSpc>
                <a:spcPct val="75000"/>
              </a:lnSpc>
              <a:defRPr sz="6000"/>
            </a:lvl1pPr>
          </a:lstStyle>
          <a:p>
            <a:r>
              <a:rPr lang="en-US" dirty="0"/>
              <a:t>Click to edit Master title style</a:t>
            </a:r>
          </a:p>
        </p:txBody>
      </p:sp>
      <p:sp>
        <p:nvSpPr>
          <p:cNvPr id="30" name="Picture Placeholder 29">
            <a:extLst>
              <a:ext uri="{FF2B5EF4-FFF2-40B4-BE49-F238E27FC236}">
                <a16:creationId xmlns:a16="http://schemas.microsoft.com/office/drawing/2014/main" id="{EFCA6BCB-48B7-F81F-5A99-F96883C67B4F}"/>
              </a:ext>
            </a:extLst>
          </p:cNvPr>
          <p:cNvSpPr>
            <a:spLocks noGrp="1"/>
          </p:cNvSpPr>
          <p:nvPr>
            <p:ph type="pic" sz="quarter" idx="13"/>
          </p:nvPr>
        </p:nvSpPr>
        <p:spPr>
          <a:xfrm>
            <a:off x="0" y="4572000"/>
            <a:ext cx="12191999" cy="2286000"/>
          </a:xfrm>
          <a:custGeom>
            <a:avLst/>
            <a:gdLst>
              <a:gd name="connsiteX0" fmla="*/ 7837048 w 12191999"/>
              <a:gd name="connsiteY0" fmla="*/ 0 h 2286000"/>
              <a:gd name="connsiteX1" fmla="*/ 12191999 w 12191999"/>
              <a:gd name="connsiteY1" fmla="*/ 0 h 2286000"/>
              <a:gd name="connsiteX2" fmla="*/ 12191999 w 12191999"/>
              <a:gd name="connsiteY2" fmla="*/ 2286000 h 2286000"/>
              <a:gd name="connsiteX3" fmla="*/ 7837048 w 12191999"/>
              <a:gd name="connsiteY3" fmla="*/ 2286000 h 2286000"/>
              <a:gd name="connsiteX4" fmla="*/ 0 w 12191999"/>
              <a:gd name="connsiteY4" fmla="*/ 0 h 2286000"/>
              <a:gd name="connsiteX5" fmla="*/ 7809616 w 12191999"/>
              <a:gd name="connsiteY5" fmla="*/ 0 h 2286000"/>
              <a:gd name="connsiteX6" fmla="*/ 7809616 w 12191999"/>
              <a:gd name="connsiteY6" fmla="*/ 2286000 h 2286000"/>
              <a:gd name="connsiteX7" fmla="*/ 0 w 12191999"/>
              <a:gd name="connsiteY7" fmla="*/ 228600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286000">
                <a:moveTo>
                  <a:pt x="7837048" y="0"/>
                </a:moveTo>
                <a:lnTo>
                  <a:pt x="12191999" y="0"/>
                </a:lnTo>
                <a:lnTo>
                  <a:pt x="12191999" y="2286000"/>
                </a:lnTo>
                <a:lnTo>
                  <a:pt x="7837048" y="2286000"/>
                </a:lnTo>
                <a:close/>
                <a:moveTo>
                  <a:pt x="0" y="0"/>
                </a:moveTo>
                <a:lnTo>
                  <a:pt x="7809616" y="0"/>
                </a:lnTo>
                <a:lnTo>
                  <a:pt x="7809616" y="2286000"/>
                </a:lnTo>
                <a:lnTo>
                  <a:pt x="0" y="2286000"/>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2582" y="4771572"/>
            <a:ext cx="5943600" cy="1188720"/>
          </a:xfrm>
        </p:spPr>
        <p:txBody>
          <a:bodyPr anchor="b" anchorCtr="0">
            <a:normAutofit/>
          </a:bodyPr>
          <a:lstStyle>
            <a:lvl1pPr marL="0" indent="0" algn="l">
              <a:buNone/>
              <a:defRPr sz="2400" b="0" i="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71930" y="5417288"/>
            <a:ext cx="1645920" cy="576072"/>
          </a:xfrm>
          <a:prstGeom prst="roundRect">
            <a:avLst>
              <a:gd name="adj" fmla="val 50000"/>
            </a:avLst>
          </a:prstGeom>
          <a:ln>
            <a:solidFill>
              <a:schemeClr val="tx1"/>
            </a:solidFill>
          </a:ln>
        </p:spPr>
        <p:txBody>
          <a:bodyPr/>
          <a:lstStyle>
            <a:lvl1pPr algn="ctr">
              <a:defRPr sz="1800">
                <a:latin typeface="+mn-lt"/>
              </a:defRPr>
            </a:lvl1pPr>
          </a:lstStyle>
          <a:p>
            <a:fld id="{D975B2AB-B1B0-9D4B-B2A8-A5151114B019}" type="datetime1">
              <a:rPr lang="en-US" smtClean="0"/>
              <a:pPr/>
              <a:t>9/24/2026</a:t>
            </a:fld>
            <a:endParaRPr lang="en-US" dirty="0"/>
          </a:p>
        </p:txBody>
      </p:sp>
    </p:spTree>
    <p:extLst>
      <p:ext uri="{BB962C8B-B14F-4D97-AF65-F5344CB8AC3E}">
        <p14:creationId xmlns:p14="http://schemas.microsoft.com/office/powerpoint/2010/main" val="5787419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38B1156-C178-1504-109B-CF8ADAE9B475}"/>
              </a:ext>
            </a:extLst>
          </p:cNvPr>
          <p:cNvGrpSpPr/>
          <p:nvPr/>
        </p:nvGrpSpPr>
        <p:grpSpPr>
          <a:xfrm rot="5400000">
            <a:off x="3278777" y="3310128"/>
            <a:ext cx="6858000" cy="228600"/>
            <a:chOff x="1524" y="486404"/>
            <a:chExt cx="12190476" cy="230457"/>
          </a:xfrm>
        </p:grpSpPr>
        <p:cxnSp>
          <p:nvCxnSpPr>
            <p:cNvPr id="12" name="Straight Connector 11">
              <a:extLst>
                <a:ext uri="{FF2B5EF4-FFF2-40B4-BE49-F238E27FC236}">
                  <a16:creationId xmlns:a16="http://schemas.microsoft.com/office/drawing/2014/main" id="{E1463BD2-DAB2-AF5C-4D67-BA2B1F64FEC1}"/>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3B5A769-74D3-8C05-3657-37504461DBD7}"/>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7" name="Date Placeholder 6">
            <a:extLst>
              <a:ext uri="{FF2B5EF4-FFF2-40B4-BE49-F238E27FC236}">
                <a16:creationId xmlns:a16="http://schemas.microsoft.com/office/drawing/2014/main" id="{F6F58139-7A1B-13F8-B5B6-155C0375F829}"/>
              </a:ext>
            </a:extLst>
          </p:cNvPr>
          <p:cNvSpPr>
            <a:spLocks noGrp="1"/>
          </p:cNvSpPr>
          <p:nvPr>
            <p:ph type="dt" sz="half" idx="14"/>
          </p:nvPr>
        </p:nvSpPr>
        <p:spPr>
          <a:xfrm>
            <a:off x="7168896" y="557784"/>
            <a:ext cx="1371600" cy="365760"/>
          </a:xfrm>
        </p:spPr>
        <p:txBody>
          <a:bodyPr/>
          <a:lstStyle/>
          <a:p>
            <a:fld id="{94701BC7-7095-6A42-BCA0-E1E7A2BF1A80}" type="datetime1">
              <a:rPr lang="en-US" smtClean="0"/>
              <a:t>9/24/2026</a:t>
            </a:fld>
            <a:endParaRPr lang="en-US" dirty="0"/>
          </a:p>
        </p:txBody>
      </p:sp>
      <p:sp>
        <p:nvSpPr>
          <p:cNvPr id="8" name="Footer Placeholder 7">
            <a:extLst>
              <a:ext uri="{FF2B5EF4-FFF2-40B4-BE49-F238E27FC236}">
                <a16:creationId xmlns:a16="http://schemas.microsoft.com/office/drawing/2014/main" id="{5FD89D19-6D0E-1D65-68E9-F2021472CEC7}"/>
              </a:ext>
            </a:extLst>
          </p:cNvPr>
          <p:cNvSpPr>
            <a:spLocks noGrp="1"/>
          </p:cNvSpPr>
          <p:nvPr>
            <p:ph type="ftr" sz="quarter" idx="15"/>
          </p:nvPr>
        </p:nvSpPr>
        <p:spPr>
          <a:xfrm>
            <a:off x="7631336" y="6117336"/>
            <a:ext cx="2805405" cy="365125"/>
          </a:xfrm>
        </p:spPr>
        <p:txBody>
          <a:bodyPr/>
          <a:lstStyle>
            <a:lvl1pPr algn="l">
              <a:defRPr/>
            </a:lvl1pPr>
          </a:lstStyle>
          <a:p>
            <a:endParaRPr lang="en-US" dirty="0"/>
          </a:p>
        </p:txBody>
      </p:sp>
      <p:sp>
        <p:nvSpPr>
          <p:cNvPr id="9" name="Slide Number Placeholder 8">
            <a:extLst>
              <a:ext uri="{FF2B5EF4-FFF2-40B4-BE49-F238E27FC236}">
                <a16:creationId xmlns:a16="http://schemas.microsoft.com/office/drawing/2014/main" id="{AA150C9A-6B16-7549-61C9-F153E20572A1}"/>
              </a:ext>
            </a:extLst>
          </p:cNvPr>
          <p:cNvSpPr>
            <a:spLocks noGrp="1"/>
          </p:cNvSpPr>
          <p:nvPr>
            <p:ph type="sldNum" sz="quarter" idx="16"/>
          </p:nvPr>
        </p:nvSpPr>
        <p:spPr>
          <a:xfrm>
            <a:off x="7168896" y="6117336"/>
            <a:ext cx="429207" cy="365125"/>
          </a:xfrm>
        </p:spPr>
        <p:txBody>
          <a:bodyPr/>
          <a:lstStyle>
            <a:lvl1pPr algn="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646599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206240"/>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4" name="Date Placeholder 3">
            <a:extLst>
              <a:ext uri="{FF2B5EF4-FFF2-40B4-BE49-F238E27FC236}">
                <a16:creationId xmlns:a16="http://schemas.microsoft.com/office/drawing/2014/main" id="{E525CD18-F1A3-CBD0-2E24-E3B85CEA969E}"/>
              </a:ext>
            </a:extLst>
          </p:cNvPr>
          <p:cNvSpPr>
            <a:spLocks noGrp="1"/>
          </p:cNvSpPr>
          <p:nvPr>
            <p:ph type="dt" sz="half" idx="14"/>
          </p:nvPr>
        </p:nvSpPr>
        <p:spPr>
          <a:xfrm>
            <a:off x="365760" y="6309360"/>
            <a:ext cx="1371600" cy="365760"/>
          </a:xfrm>
        </p:spPr>
        <p:txBody>
          <a:bodyPr/>
          <a:lstStyle/>
          <a:p>
            <a:fld id="{8F528A8F-6E66-6041-838C-24B654F56D99}" type="datetime1">
              <a:rPr lang="en-US" smtClean="0"/>
              <a:t>9/24/2026</a:t>
            </a:fld>
            <a:endParaRPr lang="en-US" dirty="0"/>
          </a:p>
        </p:txBody>
      </p:sp>
      <p:sp>
        <p:nvSpPr>
          <p:cNvPr id="5" name="Footer Placeholder 4">
            <a:extLst>
              <a:ext uri="{FF2B5EF4-FFF2-40B4-BE49-F238E27FC236}">
                <a16:creationId xmlns:a16="http://schemas.microsoft.com/office/drawing/2014/main" id="{DE1AFE02-1698-14D9-6D95-D7B05BD02167}"/>
              </a:ext>
            </a:extLst>
          </p:cNvPr>
          <p:cNvSpPr>
            <a:spLocks noGrp="1"/>
          </p:cNvSpPr>
          <p:nvPr>
            <p:ph type="ftr" sz="quarter" idx="15"/>
          </p:nvPr>
        </p:nvSpPr>
        <p:spPr>
          <a:xfrm>
            <a:off x="1835208"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51A23E1E-7DF2-A895-FD0A-B6B12868AF2E}"/>
              </a:ext>
            </a:extLst>
          </p:cNvPr>
          <p:cNvSpPr>
            <a:spLocks noGrp="1"/>
          </p:cNvSpPr>
          <p:nvPr>
            <p:ph type="sldNum" sz="quarter" idx="16"/>
          </p:nvPr>
        </p:nvSpPr>
        <p:spPr>
          <a:xfrm>
            <a:off x="4590849" y="6309360"/>
            <a:ext cx="429207" cy="365125"/>
          </a:xfrm>
        </p:spPr>
        <p:txBody>
          <a:body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7F3FC25D-52EB-4469-84DC-4AC70D4D7DD2}"/>
              </a:ext>
            </a:extLst>
          </p:cNvPr>
          <p:cNvGrpSpPr/>
          <p:nvPr/>
        </p:nvGrpSpPr>
        <p:grpSpPr>
          <a:xfrm rot="5400000">
            <a:off x="2038314" y="3314697"/>
            <a:ext cx="6858000" cy="228600"/>
            <a:chOff x="1524" y="486404"/>
            <a:chExt cx="12190476" cy="230457"/>
          </a:xfrm>
        </p:grpSpPr>
        <p:cxnSp>
          <p:nvCxnSpPr>
            <p:cNvPr id="12" name="Straight Connector 11">
              <a:extLst>
                <a:ext uri="{FF2B5EF4-FFF2-40B4-BE49-F238E27FC236}">
                  <a16:creationId xmlns:a16="http://schemas.microsoft.com/office/drawing/2014/main" id="{0E0701D7-BBAE-AF7D-1911-C1EF77C20BB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45DCD47-D7D6-468D-61EF-A698DA3D829C}"/>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805868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3"/>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6B9B18D-498E-8BF2-85F9-CECC6B1E2F84}"/>
              </a:ext>
            </a:extLst>
          </p:cNvPr>
          <p:cNvGrpSpPr/>
          <p:nvPr userDrawn="1"/>
        </p:nvGrpSpPr>
        <p:grpSpPr>
          <a:xfrm>
            <a:off x="1524" y="621942"/>
            <a:ext cx="12189714" cy="5624442"/>
            <a:chOff x="1524" y="679790"/>
            <a:chExt cx="12189714" cy="5624442"/>
          </a:xfrm>
        </p:grpSpPr>
        <p:cxnSp>
          <p:nvCxnSpPr>
            <p:cNvPr id="19" name="Straight Connector 18">
              <a:extLst>
                <a:ext uri="{FF2B5EF4-FFF2-40B4-BE49-F238E27FC236}">
                  <a16:creationId xmlns:a16="http://schemas.microsoft.com/office/drawing/2014/main" id="{D296FE84-0A13-A29F-A4E8-292742379ADB}"/>
                </a:ext>
              </a:extLst>
            </p:cNvPr>
            <p:cNvCxnSpPr>
              <a:cxnSpLocks/>
            </p:cNvCxnSpPr>
            <p:nvPr/>
          </p:nvCxnSpPr>
          <p:spPr>
            <a:xfrm>
              <a:off x="1524" y="67979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09D638E-5BD7-A449-2EFE-F99BFA446FBE}"/>
                </a:ext>
              </a:extLst>
            </p:cNvPr>
            <p:cNvCxnSpPr>
              <a:cxnSpLocks/>
            </p:cNvCxnSpPr>
            <p:nvPr/>
          </p:nvCxnSpPr>
          <p:spPr>
            <a:xfrm>
              <a:off x="2286" y="629390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FBA7D1E-DA33-A2FA-A81A-D6EB828F4482}"/>
                </a:ext>
              </a:extLst>
            </p:cNvPr>
            <p:cNvGrpSpPr/>
            <p:nvPr/>
          </p:nvGrpSpPr>
          <p:grpSpPr>
            <a:xfrm rot="16200000">
              <a:off x="3281050" y="3377216"/>
              <a:ext cx="5623560" cy="230471"/>
              <a:chOff x="1517" y="-1102564"/>
              <a:chExt cx="12190483" cy="230471"/>
            </a:xfrm>
          </p:grpSpPr>
          <p:cxnSp>
            <p:nvCxnSpPr>
              <p:cNvPr id="14" name="Straight Connector 13">
                <a:extLst>
                  <a:ext uri="{FF2B5EF4-FFF2-40B4-BE49-F238E27FC236}">
                    <a16:creationId xmlns:a16="http://schemas.microsoft.com/office/drawing/2014/main" id="{69023D91-CD23-FCDB-CD80-1285134E95EE}"/>
                  </a:ext>
                </a:extLst>
              </p:cNvPr>
              <p:cNvCxnSpPr>
                <a:cxnSpLocks/>
              </p:cNvCxnSpPr>
              <p:nvPr/>
            </p:nvCxnSpPr>
            <p:spPr>
              <a:xfrm>
                <a:off x="3041" y="-1102564"/>
                <a:ext cx="121889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01D74D-C07B-E264-91B1-BFC25D1CC628}"/>
                  </a:ext>
                </a:extLst>
              </p:cNvPr>
              <p:cNvCxnSpPr>
                <a:cxnSpLocks/>
              </p:cNvCxnSpPr>
              <p:nvPr/>
            </p:nvCxnSpPr>
            <p:spPr>
              <a:xfrm>
                <a:off x="1517" y="-872093"/>
                <a:ext cx="121889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8517" y="1559052"/>
            <a:ext cx="4480560" cy="3739896"/>
          </a:xfrm>
        </p:spPr>
        <p:txBody>
          <a:bodyPr anchor="ctr" anchorCtr="0">
            <a:normAutofit/>
          </a:bodyPr>
          <a:lstStyle>
            <a:lvl1pPr algn="ctr">
              <a:lnSpc>
                <a:spcPct val="75000"/>
              </a:lnSpc>
              <a:defRPr sz="6000"/>
            </a:lvl1pPr>
          </a:lstStyle>
          <a:p>
            <a:r>
              <a:rPr lang="en-US" dirty="0"/>
              <a:t>Click to edit Master 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p:nvPr>
        </p:nvSpPr>
        <p:spPr>
          <a:xfrm>
            <a:off x="6208065" y="627418"/>
            <a:ext cx="5983935" cy="5596128"/>
          </a:xfrm>
          <a:blipFill dpi="0" rotWithShape="1">
            <a:blip r:embed="rId2" cstate="email">
              <a:alphaModFix amt="60000"/>
              <a:extLst>
                <a:ext uri="{28A0092B-C50C-407E-A947-70E740481C1C}">
                  <a14:useLocalDpi xmlns:a14="http://schemas.microsoft.com/office/drawing/2010/main"/>
                </a:ext>
              </a:extLst>
            </a:blip>
            <a:srcRect/>
            <a:stretch>
              <a:fillRect l="1" r="1"/>
            </a:stretch>
          </a:blipFill>
        </p:spPr>
        <p:txBody>
          <a:bodyPr/>
          <a:lstStyle/>
          <a:p>
            <a:r>
              <a:rPr lang="en-US" dirty="0"/>
              <a:t>Click icon to add picture</a:t>
            </a:r>
          </a:p>
        </p:txBody>
      </p:sp>
    </p:spTree>
    <p:extLst>
      <p:ext uri="{BB962C8B-B14F-4D97-AF65-F5344CB8AC3E}">
        <p14:creationId xmlns:p14="http://schemas.microsoft.com/office/powerpoint/2010/main" val="36583152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and Dat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4F8D86E-5D70-7185-C411-C71D956B9C53}"/>
              </a:ext>
            </a:extLst>
          </p:cNvPr>
          <p:cNvGrpSpPr/>
          <p:nvPr userDrawn="1"/>
        </p:nvGrpSpPr>
        <p:grpSpPr>
          <a:xfrm>
            <a:off x="762" y="4323710"/>
            <a:ext cx="12190476" cy="230457"/>
            <a:chOff x="1524" y="486404"/>
            <a:chExt cx="12190476" cy="230457"/>
          </a:xfrm>
        </p:grpSpPr>
        <p:cxnSp>
          <p:nvCxnSpPr>
            <p:cNvPr id="14" name="Straight Connector 13">
              <a:extLst>
                <a:ext uri="{FF2B5EF4-FFF2-40B4-BE49-F238E27FC236}">
                  <a16:creationId xmlns:a16="http://schemas.microsoft.com/office/drawing/2014/main" id="{792226F6-839F-E0FD-4A1B-F028A504415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3AA5B1-AF38-6DBD-00FF-264F5F3B680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A38C3CA0-C363-69D3-827F-AF038DF1A90C}"/>
              </a:ext>
            </a:extLst>
          </p:cNvPr>
          <p:cNvCxnSpPr>
            <a:cxnSpLocks/>
          </p:cNvCxnSpPr>
          <p:nvPr/>
        </p:nvCxnSpPr>
        <p:spPr>
          <a:xfrm>
            <a:off x="7823179" y="4554167"/>
            <a:ext cx="0" cy="230383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8883CA6-E205-E263-764B-64C61C1320D0}"/>
              </a:ext>
            </a:extLst>
          </p:cNvPr>
          <p:cNvGrpSpPr/>
          <p:nvPr userDrawn="1"/>
        </p:nvGrpSpPr>
        <p:grpSpPr>
          <a:xfrm>
            <a:off x="1524" y="486404"/>
            <a:ext cx="12190476" cy="230457"/>
            <a:chOff x="1524" y="486404"/>
            <a:chExt cx="12190476" cy="230457"/>
          </a:xfrm>
        </p:grpSpPr>
        <p:cxnSp>
          <p:nvCxnSpPr>
            <p:cNvPr id="5" name="Straight Connector 4">
              <a:extLst>
                <a:ext uri="{FF2B5EF4-FFF2-40B4-BE49-F238E27FC236}">
                  <a16:creationId xmlns:a16="http://schemas.microsoft.com/office/drawing/2014/main" id="{30BE2DC9-8E74-FFAE-BD8E-F04D7AF773E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740C90-E1CD-A152-9536-FF1D3721A0D6}"/>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2583" y="984562"/>
            <a:ext cx="7551109" cy="3071446"/>
          </a:xfrm>
        </p:spPr>
        <p:txBody>
          <a:bodyPr anchor="ctr" anchorCtr="0">
            <a:noAutofit/>
          </a:bodyPr>
          <a:lstStyle>
            <a:lvl1pPr algn="l">
              <a:lnSpc>
                <a:spcPct val="75000"/>
              </a:lnSpc>
              <a:defRPr sz="6000"/>
            </a:lvl1pPr>
          </a:lstStyle>
          <a:p>
            <a:r>
              <a:rPr lang="en-US" dirty="0"/>
              <a:t>Click to edit Master title style</a:t>
            </a:r>
          </a:p>
        </p:txBody>
      </p:sp>
      <p:sp>
        <p:nvSpPr>
          <p:cNvPr id="30" name="Picture Placeholder 29">
            <a:extLst>
              <a:ext uri="{FF2B5EF4-FFF2-40B4-BE49-F238E27FC236}">
                <a16:creationId xmlns:a16="http://schemas.microsoft.com/office/drawing/2014/main" id="{EFCA6BCB-48B7-F81F-5A99-F96883C67B4F}"/>
              </a:ext>
            </a:extLst>
          </p:cNvPr>
          <p:cNvSpPr>
            <a:spLocks noGrp="1"/>
          </p:cNvSpPr>
          <p:nvPr>
            <p:ph type="pic" sz="quarter" idx="13"/>
          </p:nvPr>
        </p:nvSpPr>
        <p:spPr>
          <a:xfrm>
            <a:off x="0" y="4572000"/>
            <a:ext cx="12191999" cy="2286000"/>
          </a:xfrm>
          <a:custGeom>
            <a:avLst/>
            <a:gdLst>
              <a:gd name="connsiteX0" fmla="*/ 7837048 w 12191999"/>
              <a:gd name="connsiteY0" fmla="*/ 0 h 2286000"/>
              <a:gd name="connsiteX1" fmla="*/ 12191999 w 12191999"/>
              <a:gd name="connsiteY1" fmla="*/ 0 h 2286000"/>
              <a:gd name="connsiteX2" fmla="*/ 12191999 w 12191999"/>
              <a:gd name="connsiteY2" fmla="*/ 2286000 h 2286000"/>
              <a:gd name="connsiteX3" fmla="*/ 7837048 w 12191999"/>
              <a:gd name="connsiteY3" fmla="*/ 2286000 h 2286000"/>
              <a:gd name="connsiteX4" fmla="*/ 0 w 12191999"/>
              <a:gd name="connsiteY4" fmla="*/ 0 h 2286000"/>
              <a:gd name="connsiteX5" fmla="*/ 7809616 w 12191999"/>
              <a:gd name="connsiteY5" fmla="*/ 0 h 2286000"/>
              <a:gd name="connsiteX6" fmla="*/ 7809616 w 12191999"/>
              <a:gd name="connsiteY6" fmla="*/ 2286000 h 2286000"/>
              <a:gd name="connsiteX7" fmla="*/ 0 w 12191999"/>
              <a:gd name="connsiteY7" fmla="*/ 228600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286000">
                <a:moveTo>
                  <a:pt x="7837048" y="0"/>
                </a:moveTo>
                <a:lnTo>
                  <a:pt x="12191999" y="0"/>
                </a:lnTo>
                <a:lnTo>
                  <a:pt x="12191999" y="2286000"/>
                </a:lnTo>
                <a:lnTo>
                  <a:pt x="7837048" y="2286000"/>
                </a:lnTo>
                <a:close/>
                <a:moveTo>
                  <a:pt x="0" y="0"/>
                </a:moveTo>
                <a:lnTo>
                  <a:pt x="7809616" y="0"/>
                </a:lnTo>
                <a:lnTo>
                  <a:pt x="7809616" y="2286000"/>
                </a:lnTo>
                <a:lnTo>
                  <a:pt x="0" y="2286000"/>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2582" y="4771572"/>
            <a:ext cx="5943600" cy="1188720"/>
          </a:xfrm>
        </p:spPr>
        <p:txBody>
          <a:bodyPr anchor="b" anchorCtr="0">
            <a:normAutofit/>
          </a:bodyPr>
          <a:lstStyle>
            <a:lvl1pPr marL="0" indent="0" algn="l">
              <a:buNone/>
              <a:defRPr sz="2400" b="0" i="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 Placeholder 9">
            <a:extLst>
              <a:ext uri="{FF2B5EF4-FFF2-40B4-BE49-F238E27FC236}">
                <a16:creationId xmlns:a16="http://schemas.microsoft.com/office/drawing/2014/main" id="{A6AB4C54-8CF8-4055-8919-69F08126C231}"/>
              </a:ext>
            </a:extLst>
          </p:cNvPr>
          <p:cNvSpPr>
            <a:spLocks noGrp="1"/>
          </p:cNvSpPr>
          <p:nvPr>
            <p:ph type="body" sz="quarter" idx="15" hasCustomPrompt="1"/>
          </p:nvPr>
        </p:nvSpPr>
        <p:spPr>
          <a:xfrm>
            <a:off x="9171930" y="5417288"/>
            <a:ext cx="1645920" cy="576072"/>
          </a:xfrm>
          <a:custGeom>
            <a:avLst/>
            <a:gdLst>
              <a:gd name="connsiteX0" fmla="*/ 288036 w 1645920"/>
              <a:gd name="connsiteY0" fmla="*/ 0 h 576072"/>
              <a:gd name="connsiteX1" fmla="*/ 1357884 w 1645920"/>
              <a:gd name="connsiteY1" fmla="*/ 0 h 576072"/>
              <a:gd name="connsiteX2" fmla="*/ 1645920 w 1645920"/>
              <a:gd name="connsiteY2" fmla="*/ 288036 h 576072"/>
              <a:gd name="connsiteX3" fmla="*/ 1357884 w 1645920"/>
              <a:gd name="connsiteY3" fmla="*/ 576072 h 576072"/>
              <a:gd name="connsiteX4" fmla="*/ 288036 w 1645920"/>
              <a:gd name="connsiteY4" fmla="*/ 576072 h 576072"/>
              <a:gd name="connsiteX5" fmla="*/ 0 w 1645920"/>
              <a:gd name="connsiteY5" fmla="*/ 288036 h 576072"/>
              <a:gd name="connsiteX6" fmla="*/ 288036 w 1645920"/>
              <a:gd name="connsiteY6" fmla="*/ 0 h 576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920" h="576072">
                <a:moveTo>
                  <a:pt x="288036" y="0"/>
                </a:moveTo>
                <a:lnTo>
                  <a:pt x="1357884" y="0"/>
                </a:lnTo>
                <a:cubicBezTo>
                  <a:pt x="1516962" y="0"/>
                  <a:pt x="1645920" y="128958"/>
                  <a:pt x="1645920" y="288036"/>
                </a:cubicBezTo>
                <a:cubicBezTo>
                  <a:pt x="1645920" y="447114"/>
                  <a:pt x="1516962" y="576072"/>
                  <a:pt x="1357884" y="576072"/>
                </a:cubicBezTo>
                <a:lnTo>
                  <a:pt x="288036" y="576072"/>
                </a:lnTo>
                <a:cubicBezTo>
                  <a:pt x="128958" y="576072"/>
                  <a:pt x="0" y="447114"/>
                  <a:pt x="0" y="288036"/>
                </a:cubicBezTo>
                <a:cubicBezTo>
                  <a:pt x="0" y="128958"/>
                  <a:pt x="128958" y="0"/>
                  <a:pt x="288036" y="0"/>
                </a:cubicBezTo>
                <a:close/>
              </a:path>
            </a:pathLst>
          </a:custGeom>
          <a:ln w="15875">
            <a:solidFill>
              <a:schemeClr val="tx1"/>
            </a:solidFill>
          </a:ln>
        </p:spPr>
        <p:txBody>
          <a:bodyPr wrap="square" anchor="ctr">
            <a:noAutofit/>
          </a:bodyPr>
          <a:lstStyle>
            <a:lvl1pPr algn="ctr">
              <a:defRPr/>
            </a:lvl1pPr>
          </a:lstStyle>
          <a:p>
            <a:pPr lvl="0"/>
            <a:r>
              <a:rPr lang="en-US" dirty="0"/>
              <a:t>M/D/</a:t>
            </a:r>
            <a:r>
              <a:rPr lang="en-US" dirty="0" err="1"/>
              <a:t>YYYY</a:t>
            </a:r>
            <a:endParaRPr lang="en-US" dirty="0"/>
          </a:p>
        </p:txBody>
      </p:sp>
    </p:spTree>
    <p:extLst>
      <p:ext uri="{BB962C8B-B14F-4D97-AF65-F5344CB8AC3E}">
        <p14:creationId xmlns:p14="http://schemas.microsoft.com/office/powerpoint/2010/main" val="3218894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a:extLst>
              <a:ext uri="{FF2B5EF4-FFF2-40B4-BE49-F238E27FC236}">
                <a16:creationId xmlns:a16="http://schemas.microsoft.com/office/drawing/2014/main" id="{E10A6910-53B1-887E-1BB5-00A1F4FB4BA1}"/>
              </a:ext>
            </a:extLst>
          </p:cNvPr>
          <p:cNvSpPr>
            <a:spLocks noGrp="1"/>
          </p:cNvSpPr>
          <p:nvPr>
            <p:ph type="dt" sz="half" idx="10"/>
          </p:nvPr>
        </p:nvSpPr>
        <p:spPr>
          <a:xfrm>
            <a:off x="566928" y="6309360"/>
            <a:ext cx="1371600" cy="365760"/>
          </a:xfrm>
        </p:spPr>
        <p:txBody>
          <a:bodyPr/>
          <a:lstStyle/>
          <a:p>
            <a:fld id="{D16B9168-F6EC-AA44-B1F6-76306FA4BF2D}" type="datetime1">
              <a:rPr lang="en-US" smtClean="0"/>
              <a:t>9/24/2026</a:t>
            </a:fld>
            <a:endParaRPr lang="en-US" dirty="0"/>
          </a:p>
        </p:txBody>
      </p:sp>
      <p:sp>
        <p:nvSpPr>
          <p:cNvPr id="8" name="Footer Placeholder 7">
            <a:extLst>
              <a:ext uri="{FF2B5EF4-FFF2-40B4-BE49-F238E27FC236}">
                <a16:creationId xmlns:a16="http://schemas.microsoft.com/office/drawing/2014/main" id="{E41F0465-4D18-9B18-DD2D-EDB2FA859BE8}"/>
              </a:ext>
            </a:extLst>
          </p:cNvPr>
          <p:cNvSpPr>
            <a:spLocks noGrp="1"/>
          </p:cNvSpPr>
          <p:nvPr>
            <p:ph type="ftr" sz="quarter" idx="11"/>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3FBFAC0C-3553-79B8-C54F-1755C5A97B9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54210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1610379"/>
            <a:ext cx="7876287" cy="3592629"/>
          </a:xfrm>
        </p:spPr>
        <p:txBody>
          <a:bodyPr anchor="b">
            <a:normAutofit/>
          </a:bodyPr>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537327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ECB934-A7B2-524D-BFEC-F77CDECEE6EE}" type="datetime1">
              <a:rPr lang="en-US" smtClean="0"/>
              <a:t>9/24/2026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08004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004637-5A31-8644-BF75-15F39C94EBA3}" type="datetime1">
              <a:rPr lang="en-US" smtClean="0"/>
              <a:t>9/24/2026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958931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7382" y="2006614"/>
            <a:ext cx="6039983" cy="2844773"/>
          </a:xfrm>
        </p:spPr>
        <p:txBody>
          <a:bodyPr anchor="ctr" anchorCtr="0">
            <a:normAutofit/>
          </a:bodyPr>
          <a:lstStyle>
            <a:lvl1pPr algn="l">
              <a:lnSpc>
                <a:spcPct val="75000"/>
              </a:lnSpc>
              <a:defRPr sz="6000"/>
            </a:lvl1pPr>
          </a:lstStyle>
          <a:p>
            <a:r>
              <a:rPr lang="en-US"/>
              <a:t>Click to edit Master title style</a:t>
            </a:r>
            <a:endParaRPr lang="en-US" dirty="0"/>
          </a:p>
        </p:txBody>
      </p:sp>
      <p:sp>
        <p:nvSpPr>
          <p:cNvPr id="18" name="Picture Placeholder 10">
            <a:extLst>
              <a:ext uri="{FF2B5EF4-FFF2-40B4-BE49-F238E27FC236}">
                <a16:creationId xmlns:a16="http://schemas.microsoft.com/office/drawing/2014/main" id="{DE41C122-229A-A3B7-CB92-9CC9FEEDE69D}"/>
              </a:ext>
            </a:extLst>
          </p:cNvPr>
          <p:cNvSpPr>
            <a:spLocks noGrp="1"/>
          </p:cNvSpPr>
          <p:nvPr>
            <p:ph type="pic" sz="quarter" idx="13"/>
          </p:nvPr>
        </p:nvSpPr>
        <p:spPr>
          <a:xfrm>
            <a:off x="7797013" y="633794"/>
            <a:ext cx="4394987" cy="5590412"/>
          </a:xfrm>
          <a:blipFill dpi="0" rotWithShape="1">
            <a:blip r:embed="rId2">
              <a:alphaModFix amt="60000"/>
              <a:extLst>
                <a:ext uri="{28A0092B-C50C-407E-A947-70E740481C1C}">
                  <a14:useLocalDpi xmlns:a14="http://schemas.microsoft.com/office/drawing/2010/main" val="0"/>
                </a:ext>
              </a:extLst>
            </a:blip>
            <a:srcRect/>
            <a:stretch>
              <a:fillRect r="35"/>
            </a:stretch>
          </a:blipFill>
        </p:spPr>
        <p:txBody>
          <a:bodyPr/>
          <a:lstStyle/>
          <a:p>
            <a:r>
              <a:rPr lang="en-US" dirty="0"/>
              <a:t>Click icon to add picture</a:t>
            </a:r>
          </a:p>
        </p:txBody>
      </p:sp>
      <p:grpSp>
        <p:nvGrpSpPr>
          <p:cNvPr id="19" name="Group 18">
            <a:extLst>
              <a:ext uri="{FF2B5EF4-FFF2-40B4-BE49-F238E27FC236}">
                <a16:creationId xmlns:a16="http://schemas.microsoft.com/office/drawing/2014/main" id="{4D7E0C5C-1BE1-9C59-13F8-71572AFB5DAC}"/>
              </a:ext>
            </a:extLst>
          </p:cNvPr>
          <p:cNvGrpSpPr/>
          <p:nvPr userDrawn="1"/>
        </p:nvGrpSpPr>
        <p:grpSpPr>
          <a:xfrm>
            <a:off x="1524" y="621942"/>
            <a:ext cx="12189714" cy="5624439"/>
            <a:chOff x="1524" y="679790"/>
            <a:chExt cx="12189714" cy="5624439"/>
          </a:xfrm>
        </p:grpSpPr>
        <p:cxnSp>
          <p:nvCxnSpPr>
            <p:cNvPr id="10" name="Straight Connector 9">
              <a:extLst>
                <a:ext uri="{FF2B5EF4-FFF2-40B4-BE49-F238E27FC236}">
                  <a16:creationId xmlns:a16="http://schemas.microsoft.com/office/drawing/2014/main" id="{F50D678C-01CA-A64D-5585-F7E3AA7C4A38}"/>
                </a:ext>
              </a:extLst>
            </p:cNvPr>
            <p:cNvCxnSpPr>
              <a:cxnSpLocks/>
            </p:cNvCxnSpPr>
            <p:nvPr/>
          </p:nvCxnSpPr>
          <p:spPr>
            <a:xfrm>
              <a:off x="1524" y="67979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0D1019-0BE7-9D29-EEC9-3237A64DE3A1}"/>
                </a:ext>
              </a:extLst>
            </p:cNvPr>
            <p:cNvCxnSpPr>
              <a:cxnSpLocks/>
            </p:cNvCxnSpPr>
            <p:nvPr/>
          </p:nvCxnSpPr>
          <p:spPr>
            <a:xfrm>
              <a:off x="2286" y="629390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190C5E0-F7D4-5497-E9DB-1F45EC3EA3B2}"/>
                </a:ext>
              </a:extLst>
            </p:cNvPr>
            <p:cNvGrpSpPr/>
            <p:nvPr/>
          </p:nvGrpSpPr>
          <p:grpSpPr>
            <a:xfrm rot="16200000">
              <a:off x="4852208" y="3375142"/>
              <a:ext cx="5623560" cy="234613"/>
              <a:chOff x="1524" y="466526"/>
              <a:chExt cx="12190480" cy="234613"/>
            </a:xfrm>
          </p:grpSpPr>
          <p:cxnSp>
            <p:nvCxnSpPr>
              <p:cNvPr id="15" name="Straight Connector 14">
                <a:extLst>
                  <a:ext uri="{FF2B5EF4-FFF2-40B4-BE49-F238E27FC236}">
                    <a16:creationId xmlns:a16="http://schemas.microsoft.com/office/drawing/2014/main" id="{4A206331-1C98-0F93-3908-A2F1D1F6EBE1}"/>
                  </a:ext>
                </a:extLst>
              </p:cNvPr>
              <p:cNvCxnSpPr>
                <a:cxnSpLocks/>
              </p:cNvCxnSpPr>
              <p:nvPr/>
            </p:nvCxnSpPr>
            <p:spPr>
              <a:xfrm>
                <a:off x="3049" y="466526"/>
                <a:ext cx="1218895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8DFBA-D7D1-2F7C-CC70-E8CD8B55C94A}"/>
                  </a:ext>
                </a:extLst>
              </p:cNvPr>
              <p:cNvCxnSpPr>
                <a:cxnSpLocks/>
              </p:cNvCxnSpPr>
              <p:nvPr/>
            </p:nvCxnSpPr>
            <p:spPr>
              <a:xfrm>
                <a:off x="1524" y="701139"/>
                <a:ext cx="1218895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8622997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7382" y="4081369"/>
            <a:ext cx="10733872" cy="2059770"/>
          </a:xfrm>
        </p:spPr>
        <p:txBody>
          <a:bodyPr anchor="b" anchorCtr="0">
            <a:normAutofit/>
          </a:bodyPr>
          <a:lstStyle>
            <a:lvl1pPr algn="l">
              <a:lnSpc>
                <a:spcPct val="75000"/>
              </a:lnSpc>
              <a:defRPr sz="6000"/>
            </a:lvl1pPr>
          </a:lstStyle>
          <a:p>
            <a:r>
              <a:rPr lang="en-US" dirty="0"/>
              <a:t>Click to edit Master title style</a:t>
            </a:r>
          </a:p>
        </p:txBody>
      </p:sp>
      <p:sp>
        <p:nvSpPr>
          <p:cNvPr id="8" name="Picture Placeholder 10">
            <a:extLst>
              <a:ext uri="{FF2B5EF4-FFF2-40B4-BE49-F238E27FC236}">
                <a16:creationId xmlns:a16="http://schemas.microsoft.com/office/drawing/2014/main" id="{68840BA8-F5D8-0705-FEEC-A013F601E9EF}"/>
              </a:ext>
            </a:extLst>
          </p:cNvPr>
          <p:cNvSpPr>
            <a:spLocks noGrp="1"/>
          </p:cNvSpPr>
          <p:nvPr>
            <p:ph type="pic" sz="quarter" idx="13"/>
          </p:nvPr>
        </p:nvSpPr>
        <p:spPr>
          <a:xfrm>
            <a:off x="-1" y="631686"/>
            <a:ext cx="12192000" cy="288358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3" name="Group 2">
            <a:extLst>
              <a:ext uri="{FF2B5EF4-FFF2-40B4-BE49-F238E27FC236}">
                <a16:creationId xmlns:a16="http://schemas.microsoft.com/office/drawing/2014/main" id="{29675293-EE24-9B9A-05FE-F518D184151B}"/>
              </a:ext>
            </a:extLst>
          </p:cNvPr>
          <p:cNvGrpSpPr/>
          <p:nvPr/>
        </p:nvGrpSpPr>
        <p:grpSpPr>
          <a:xfrm>
            <a:off x="1524" y="393192"/>
            <a:ext cx="12190476" cy="230457"/>
            <a:chOff x="1524" y="486404"/>
            <a:chExt cx="12190476" cy="230457"/>
          </a:xfrm>
        </p:grpSpPr>
        <p:cxnSp>
          <p:nvCxnSpPr>
            <p:cNvPr id="4" name="Straight Connector 3">
              <a:extLst>
                <a:ext uri="{FF2B5EF4-FFF2-40B4-BE49-F238E27FC236}">
                  <a16:creationId xmlns:a16="http://schemas.microsoft.com/office/drawing/2014/main" id="{42AC33AC-4C52-DCDB-1568-A656B92B6DB3}"/>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5E6E8AA-9E5D-2CD0-1E00-7946B275A6E3}"/>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EB054126-09BE-4243-7F4C-B417B064C9C9}"/>
              </a:ext>
            </a:extLst>
          </p:cNvPr>
          <p:cNvGrpSpPr/>
          <p:nvPr/>
        </p:nvGrpSpPr>
        <p:grpSpPr>
          <a:xfrm>
            <a:off x="762" y="3526715"/>
            <a:ext cx="12190476" cy="230457"/>
            <a:chOff x="1524" y="486404"/>
            <a:chExt cx="12190476" cy="230457"/>
          </a:xfrm>
        </p:grpSpPr>
        <p:cxnSp>
          <p:nvCxnSpPr>
            <p:cNvPr id="7" name="Straight Connector 6">
              <a:extLst>
                <a:ext uri="{FF2B5EF4-FFF2-40B4-BE49-F238E27FC236}">
                  <a16:creationId xmlns:a16="http://schemas.microsoft.com/office/drawing/2014/main" id="{F504626D-F989-3307-F577-891C0FB3E42B}"/>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95BBC0-5863-88F8-8F0F-3F00C5E7F81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73962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03520" y="2006614"/>
            <a:ext cx="6039983" cy="2844773"/>
          </a:xfrm>
        </p:spPr>
        <p:txBody>
          <a:bodyPr anchor="ctr" anchorCtr="0">
            <a:normAutofit/>
          </a:bodyPr>
          <a:lstStyle>
            <a:lvl1pPr algn="l">
              <a:lnSpc>
                <a:spcPct val="75000"/>
              </a:lnSpc>
              <a:defRPr sz="6000"/>
            </a:lvl1pPr>
          </a:lstStyle>
          <a:p>
            <a:r>
              <a:rPr lang="en-US"/>
              <a:t>Click to edit Master title style</a:t>
            </a:r>
            <a:endParaRPr lang="en-US" dirty="0"/>
          </a:p>
        </p:txBody>
      </p:sp>
      <p:sp>
        <p:nvSpPr>
          <p:cNvPr id="18" name="Picture Placeholder 10">
            <a:extLst>
              <a:ext uri="{FF2B5EF4-FFF2-40B4-BE49-F238E27FC236}">
                <a16:creationId xmlns:a16="http://schemas.microsoft.com/office/drawing/2014/main" id="{DE41C122-229A-A3B7-CB92-9CC9FEEDE69D}"/>
              </a:ext>
            </a:extLst>
          </p:cNvPr>
          <p:cNvSpPr>
            <a:spLocks noGrp="1"/>
          </p:cNvSpPr>
          <p:nvPr>
            <p:ph type="pic" sz="quarter" idx="13"/>
          </p:nvPr>
        </p:nvSpPr>
        <p:spPr>
          <a:xfrm>
            <a:off x="0" y="633794"/>
            <a:ext cx="4394987" cy="5590412"/>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A92B1D98-8540-A2E0-960F-3096393D712E}"/>
              </a:ext>
            </a:extLst>
          </p:cNvPr>
          <p:cNvGrpSpPr/>
          <p:nvPr/>
        </p:nvGrpSpPr>
        <p:grpSpPr>
          <a:xfrm>
            <a:off x="1524" y="621942"/>
            <a:ext cx="12189714" cy="5624435"/>
            <a:chOff x="1524" y="621942"/>
            <a:chExt cx="12189714" cy="5624435"/>
          </a:xfrm>
        </p:grpSpPr>
        <p:cxnSp>
          <p:nvCxnSpPr>
            <p:cNvPr id="10" name="Straight Connector 9">
              <a:extLst>
                <a:ext uri="{FF2B5EF4-FFF2-40B4-BE49-F238E27FC236}">
                  <a16:creationId xmlns:a16="http://schemas.microsoft.com/office/drawing/2014/main" id="{F50D678C-01CA-A64D-5585-F7E3AA7C4A38}"/>
                </a:ext>
              </a:extLst>
            </p:cNvPr>
            <p:cNvCxnSpPr>
              <a:cxnSpLocks/>
            </p:cNvCxnSpPr>
            <p:nvPr/>
          </p:nvCxnSpPr>
          <p:spPr>
            <a:xfrm>
              <a:off x="1524" y="62194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0D1019-0BE7-9D29-EEC9-3237A64DE3A1}"/>
                </a:ext>
              </a:extLst>
            </p:cNvPr>
            <p:cNvCxnSpPr>
              <a:cxnSpLocks/>
            </p:cNvCxnSpPr>
            <p:nvPr userDrawn="1"/>
          </p:nvCxnSpPr>
          <p:spPr>
            <a:xfrm>
              <a:off x="2286" y="623605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190C5E0-F7D4-5497-E9DB-1F45EC3EA3B2}"/>
                </a:ext>
              </a:extLst>
            </p:cNvPr>
            <p:cNvGrpSpPr/>
            <p:nvPr/>
          </p:nvGrpSpPr>
          <p:grpSpPr>
            <a:xfrm rot="16200000">
              <a:off x="1706663" y="3319368"/>
              <a:ext cx="5623560" cy="230457"/>
              <a:chOff x="1524" y="486404"/>
              <a:chExt cx="12190476" cy="230457"/>
            </a:xfrm>
          </p:grpSpPr>
          <p:cxnSp>
            <p:nvCxnSpPr>
              <p:cNvPr id="15" name="Straight Connector 14">
                <a:extLst>
                  <a:ext uri="{FF2B5EF4-FFF2-40B4-BE49-F238E27FC236}">
                    <a16:creationId xmlns:a16="http://schemas.microsoft.com/office/drawing/2014/main" id="{4A206331-1C98-0F93-3908-A2F1D1F6EBE1}"/>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8DFBA-D7D1-2F7C-CC70-E8CD8B55C94A}"/>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869586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62221" y="779721"/>
            <a:ext cx="8467558" cy="1554480"/>
          </a:xfrm>
        </p:spPr>
        <p:txBody>
          <a:bodyPr anchor="b">
            <a:normAutofit/>
          </a:bodyPr>
          <a:lstStyle>
            <a:lvl1pPr algn="ctr">
              <a:defRPr sz="4400"/>
            </a:lvl1pPr>
          </a:lstStyle>
          <a:p>
            <a:r>
              <a:rPr lang="en-US"/>
              <a:t>Click to edit Master title style</a:t>
            </a:r>
          </a:p>
        </p:txBody>
      </p:sp>
      <p:sp>
        <p:nvSpPr>
          <p:cNvPr id="6" name="Date Placeholder 5">
            <a:extLst>
              <a:ext uri="{FF2B5EF4-FFF2-40B4-BE49-F238E27FC236}">
                <a16:creationId xmlns:a16="http://schemas.microsoft.com/office/drawing/2014/main" id="{5EE3334D-C461-2466-9E8A-5CBF2D354A94}"/>
              </a:ext>
            </a:extLst>
          </p:cNvPr>
          <p:cNvSpPr>
            <a:spLocks noGrp="1"/>
          </p:cNvSpPr>
          <p:nvPr>
            <p:ph type="dt" sz="half" idx="14"/>
          </p:nvPr>
        </p:nvSpPr>
        <p:spPr/>
        <p:txBody>
          <a:bodyPr/>
          <a:lstStyle/>
          <a:p>
            <a:fld id="{D16B9168-F6EC-AA44-B1F6-76306FA4BF2D}" type="datetime1">
              <a:rPr lang="en-US" smtClean="0"/>
              <a:t>9/24/2026</a:t>
            </a:fld>
            <a:endParaRPr lang="en-US" dirty="0"/>
          </a:p>
        </p:txBody>
      </p:sp>
      <p:sp>
        <p:nvSpPr>
          <p:cNvPr id="8" name="Footer Placeholder 7">
            <a:extLst>
              <a:ext uri="{FF2B5EF4-FFF2-40B4-BE49-F238E27FC236}">
                <a16:creationId xmlns:a16="http://schemas.microsoft.com/office/drawing/2014/main" id="{E6C20070-9FE3-480D-6EDC-BEAFD99B5BD2}"/>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8ACD7422-CEB6-84CA-0EAE-743F83C71B3D}"/>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862221" y="2449473"/>
            <a:ext cx="8467558" cy="3689909"/>
          </a:xfrm>
        </p:spPr>
        <p:txBody>
          <a:bodyPr>
            <a:normAutofit/>
          </a:bodyPr>
          <a:lstStyle>
            <a:lvl1pPr marL="0" indent="0" algn="ctr">
              <a:buFont typeface="Arial" panose="020B0604020202020204" pitchFamily="34" charset="0"/>
              <a:buNone/>
              <a:defRPr sz="1800"/>
            </a:lvl1pPr>
            <a:lvl2pPr marL="228600" indent="0" algn="ctr">
              <a:buFont typeface="Arial" panose="020B0604020202020204" pitchFamily="34" charset="0"/>
              <a:buNone/>
              <a:defRPr sz="1800"/>
            </a:lvl2pPr>
            <a:lvl3pPr marL="457200" indent="0" algn="ctr">
              <a:buFont typeface="Arial" panose="020B0604020202020204" pitchFamily="34" charset="0"/>
              <a:buNone/>
              <a:defRPr sz="1800"/>
            </a:lvl3pPr>
            <a:lvl4pPr marL="685800" indent="0" algn="ctr">
              <a:buFont typeface="Arial" panose="020B0604020202020204" pitchFamily="34" charset="0"/>
              <a:buNone/>
              <a:defRPr sz="1800"/>
            </a:lvl4pPr>
            <a:lvl5pPr marL="914400" indent="0" algn="ctr">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58926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270" y="2160947"/>
            <a:ext cx="2926080" cy="2509763"/>
          </a:xfrm>
        </p:spPr>
        <p:txBody>
          <a:bodyPr anchor="ctr" anchorCtr="0">
            <a:normAutofit/>
          </a:bodyPr>
          <a:lstStyle>
            <a:lvl1pPr algn="ctr">
              <a:defRPr sz="4400"/>
            </a:lvl1pPr>
          </a:lstStyle>
          <a:p>
            <a:r>
              <a:rPr lang="en-US" dirty="0"/>
              <a:t>Click to edit Master title style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66928" y="529008"/>
            <a:ext cx="429207" cy="365125"/>
          </a:xfrm>
        </p:spPr>
        <p:txBody>
          <a:bodyPr/>
          <a:lstStyle>
            <a:lvl1pPr algn="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16595" y="525786"/>
            <a:ext cx="1828800" cy="365125"/>
          </a:xfrm>
        </p:spPr>
        <p:txBody>
          <a:bodyPr/>
          <a:lstStyle>
            <a:lvl1pPr algn="l">
              <a:defRPr/>
            </a:lvl1p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341510" y="5976691"/>
            <a:ext cx="1371600" cy="365760"/>
          </a:xfrm>
        </p:spPr>
        <p:txBody>
          <a:bodyPr/>
          <a:lstStyle/>
          <a:p>
            <a:fld id="{6DCA0909-C965-B345-8649-8376ABAE122F}" type="datetime1">
              <a:rPr lang="en-US" smtClean="0"/>
              <a:t>9/24/2026</a:t>
            </a:fld>
            <a:endParaRPr lang="en-US" dirty="0"/>
          </a:p>
        </p:txBody>
      </p:sp>
      <p:sp>
        <p:nvSpPr>
          <p:cNvPr id="12" name="Picture Placeholder 11">
            <a:extLst>
              <a:ext uri="{FF2B5EF4-FFF2-40B4-BE49-F238E27FC236}">
                <a16:creationId xmlns:a16="http://schemas.microsoft.com/office/drawing/2014/main" id="{990F6233-054F-BC0F-2687-4169A06F7678}"/>
              </a:ext>
            </a:extLst>
          </p:cNvPr>
          <p:cNvSpPr>
            <a:spLocks noGrp="1"/>
          </p:cNvSpPr>
          <p:nvPr>
            <p:ph type="pic" sz="quarter" idx="14"/>
          </p:nvPr>
        </p:nvSpPr>
        <p:spPr>
          <a:xfrm>
            <a:off x="4064097" y="-1"/>
            <a:ext cx="8127902" cy="6857991"/>
          </a:xfrm>
          <a:custGeom>
            <a:avLst/>
            <a:gdLst>
              <a:gd name="connsiteX0" fmla="*/ 0 w 8127902"/>
              <a:gd name="connsiteY0" fmla="*/ 5461143 h 6857991"/>
              <a:gd name="connsiteX1" fmla="*/ 8127902 w 8127902"/>
              <a:gd name="connsiteY1" fmla="*/ 5461143 h 6857991"/>
              <a:gd name="connsiteX2" fmla="*/ 8127902 w 8127902"/>
              <a:gd name="connsiteY2" fmla="*/ 6857991 h 6857991"/>
              <a:gd name="connsiteX3" fmla="*/ 0 w 8127902"/>
              <a:gd name="connsiteY3" fmla="*/ 6857991 h 6857991"/>
              <a:gd name="connsiteX4" fmla="*/ 0 w 8127902"/>
              <a:gd name="connsiteY4" fmla="*/ 0 h 6857991"/>
              <a:gd name="connsiteX5" fmla="*/ 8127902 w 8127902"/>
              <a:gd name="connsiteY5" fmla="*/ 0 h 6857991"/>
              <a:gd name="connsiteX6" fmla="*/ 8127902 w 8127902"/>
              <a:gd name="connsiteY6" fmla="*/ 1379293 h 6857991"/>
              <a:gd name="connsiteX7" fmla="*/ 0 w 8127902"/>
              <a:gd name="connsiteY7" fmla="*/ 1379293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7902" h="6857991">
                <a:moveTo>
                  <a:pt x="0" y="5461143"/>
                </a:moveTo>
                <a:lnTo>
                  <a:pt x="8127902" y="5461143"/>
                </a:lnTo>
                <a:lnTo>
                  <a:pt x="8127902" y="6857991"/>
                </a:lnTo>
                <a:lnTo>
                  <a:pt x="0" y="6857991"/>
                </a:lnTo>
                <a:close/>
                <a:moveTo>
                  <a:pt x="0" y="0"/>
                </a:moveTo>
                <a:lnTo>
                  <a:pt x="8127902" y="0"/>
                </a:lnTo>
                <a:lnTo>
                  <a:pt x="8127902" y="1379293"/>
                </a:lnTo>
                <a:lnTo>
                  <a:pt x="0" y="1379293"/>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t="3" r="37"/>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730442" y="2158528"/>
            <a:ext cx="6785736" cy="2514600"/>
          </a:xfrm>
        </p:spPr>
        <p:txBody>
          <a:bodyPr anchor="ctr" anchorCtr="0">
            <a:normAutofit/>
          </a:bodyPr>
          <a:lstStyle>
            <a:lvl1pPr marL="0" indent="0">
              <a:buFont typeface="+mj-lt"/>
              <a:buNone/>
              <a:defRPr sz="1800" i="1"/>
            </a:lvl1pPr>
            <a:lvl2pPr marL="228600" indent="0">
              <a:buFont typeface="+mj-lt"/>
              <a:buNone/>
              <a:defRPr sz="1800" i="1"/>
            </a:lvl2pPr>
            <a:lvl3pPr marL="457200" indent="0">
              <a:buFont typeface="+mj-lt"/>
              <a:buNone/>
              <a:defRPr sz="1800" i="1"/>
            </a:lvl3pPr>
            <a:lvl4pPr marL="685800" indent="0">
              <a:buFont typeface="+mj-lt"/>
              <a:buNone/>
              <a:defRPr sz="1800" i="1"/>
            </a:lvl4pPr>
            <a:lvl5pPr marL="914400" indent="0">
              <a:buFont typeface="+mj-lt"/>
              <a:buNone/>
              <a:defRPr sz="1800" i="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9" name="Group 18">
            <a:extLst>
              <a:ext uri="{FF2B5EF4-FFF2-40B4-BE49-F238E27FC236}">
                <a16:creationId xmlns:a16="http://schemas.microsoft.com/office/drawing/2014/main" id="{9AB01DA6-EC20-B4FD-9896-88A903B2EF0E}"/>
              </a:ext>
            </a:extLst>
          </p:cNvPr>
          <p:cNvGrpSpPr/>
          <p:nvPr/>
        </p:nvGrpSpPr>
        <p:grpSpPr>
          <a:xfrm>
            <a:off x="1524" y="5230685"/>
            <a:ext cx="12190476" cy="230457"/>
            <a:chOff x="1524" y="486404"/>
            <a:chExt cx="12190476" cy="230457"/>
          </a:xfrm>
        </p:grpSpPr>
        <p:cxnSp>
          <p:nvCxnSpPr>
            <p:cNvPr id="20" name="Straight Connector 19">
              <a:extLst>
                <a:ext uri="{FF2B5EF4-FFF2-40B4-BE49-F238E27FC236}">
                  <a16:creationId xmlns:a16="http://schemas.microsoft.com/office/drawing/2014/main" id="{F52BF8E0-963D-EE28-8E0F-64F235D1FE6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CA08CA2-17E1-CFE8-9645-762AB31D7222}"/>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8F51B7BD-9CD6-5727-EAB2-3C568C99E7B1}"/>
              </a:ext>
            </a:extLst>
          </p:cNvPr>
          <p:cNvGrpSpPr/>
          <p:nvPr userDrawn="1"/>
        </p:nvGrpSpPr>
        <p:grpSpPr>
          <a:xfrm>
            <a:off x="1524" y="1379292"/>
            <a:ext cx="12190476" cy="230457"/>
            <a:chOff x="1524" y="486404"/>
            <a:chExt cx="12190476" cy="230457"/>
          </a:xfrm>
        </p:grpSpPr>
        <p:cxnSp>
          <p:nvCxnSpPr>
            <p:cNvPr id="8" name="Straight Connector 7">
              <a:extLst>
                <a:ext uri="{FF2B5EF4-FFF2-40B4-BE49-F238E27FC236}">
                  <a16:creationId xmlns:a16="http://schemas.microsoft.com/office/drawing/2014/main" id="{D6BAA12E-4487-D093-61E6-6A6F9527EBFE}"/>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D70512-C761-310A-0904-A3EDB21E5338}"/>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69CF23D4-7D4B-4FD2-FD38-61B2A04E2F20}"/>
              </a:ext>
            </a:extLst>
          </p:cNvPr>
          <p:cNvCxnSpPr/>
          <p:nvPr userDrawn="1"/>
        </p:nvCxnSpPr>
        <p:spPr>
          <a:xfrm>
            <a:off x="405462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249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Autofit/>
          </a:bodyPr>
          <a:lstStyle>
            <a:lvl1pPr>
              <a:defRPr sz="44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3" name="Date Placeholder 2">
            <a:extLst>
              <a:ext uri="{FF2B5EF4-FFF2-40B4-BE49-F238E27FC236}">
                <a16:creationId xmlns:a16="http://schemas.microsoft.com/office/drawing/2014/main" id="{A103B212-19A7-1389-5D84-1493713BA481}"/>
              </a:ext>
            </a:extLst>
          </p:cNvPr>
          <p:cNvSpPr>
            <a:spLocks noGrp="1"/>
          </p:cNvSpPr>
          <p:nvPr>
            <p:ph type="dt" sz="half" idx="15"/>
          </p:nvPr>
        </p:nvSpPr>
        <p:spPr>
          <a:xfrm>
            <a:off x="6858000" y="187080"/>
            <a:ext cx="1371600" cy="365760"/>
          </a:xfrm>
        </p:spPr>
        <p:txBody>
          <a:bodyPr/>
          <a:lstStyle/>
          <a:p>
            <a:fld id="{D16B9168-F6EC-AA44-B1F6-76306FA4BF2D}" type="datetime1">
              <a:rPr lang="en-US" smtClean="0"/>
              <a:t>9/24/2026</a:t>
            </a:fld>
            <a:endParaRPr lang="en-US" dirty="0"/>
          </a:p>
        </p:txBody>
      </p:sp>
      <p:sp>
        <p:nvSpPr>
          <p:cNvPr id="4" name="Footer Placeholder 3">
            <a:extLst>
              <a:ext uri="{FF2B5EF4-FFF2-40B4-BE49-F238E27FC236}">
                <a16:creationId xmlns:a16="http://schemas.microsoft.com/office/drawing/2014/main" id="{7C2F619C-303A-EC07-5744-BCF0A158F37A}"/>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DAC6015C-1958-8819-6CFA-C8CA9EF5FFA7}"/>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0" indent="0">
              <a:buFont typeface="+mj-lt"/>
              <a:buNone/>
              <a:defRPr sz="1800"/>
            </a:lvl1pPr>
            <a:lvl2pPr marL="228600" indent="0">
              <a:buFont typeface="+mj-lt"/>
              <a:buNone/>
              <a:defRPr sz="1800"/>
            </a:lvl2pPr>
            <a:lvl3pPr marL="457200" indent="0">
              <a:buFont typeface="+mj-lt"/>
              <a:buNone/>
              <a:defRPr sz="1800"/>
            </a:lvl3pPr>
            <a:lvl4pPr marL="685800" indent="0">
              <a:buFont typeface="+mj-lt"/>
              <a:buNone/>
              <a:defRPr sz="1800"/>
            </a:lvl4pPr>
            <a:lvl5pPr>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6" name="Group 5">
            <a:extLst>
              <a:ext uri="{FF2B5EF4-FFF2-40B4-BE49-F238E27FC236}">
                <a16:creationId xmlns:a16="http://schemas.microsoft.com/office/drawing/2014/main" id="{EE4FA13F-5EC9-D941-0DA6-5E8CB0B77475}"/>
              </a:ext>
            </a:extLst>
          </p:cNvPr>
          <p:cNvGrpSpPr/>
          <p:nvPr userDrawn="1"/>
        </p:nvGrpSpPr>
        <p:grpSpPr>
          <a:xfrm rot="5400000">
            <a:off x="2803644" y="3314697"/>
            <a:ext cx="6858000" cy="228600"/>
            <a:chOff x="1524" y="486404"/>
            <a:chExt cx="12190476" cy="230457"/>
          </a:xfrm>
        </p:grpSpPr>
        <p:cxnSp>
          <p:nvCxnSpPr>
            <p:cNvPr id="9" name="Straight Connector 8">
              <a:extLst>
                <a:ext uri="{FF2B5EF4-FFF2-40B4-BE49-F238E27FC236}">
                  <a16:creationId xmlns:a16="http://schemas.microsoft.com/office/drawing/2014/main" id="{0A3204B7-F0CC-C537-75EC-860CCB080639}"/>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ECDF8D-5807-D383-DD66-792A704EA22C}"/>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105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1320"/>
            <a:ext cx="10653578" cy="1132258"/>
          </a:xfrm>
        </p:spPr>
        <p:txBody>
          <a:bodyPr anchor="b" anchorCtr="0">
            <a:norm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E7F1B-976D-3ABC-105B-153A80975A9D}"/>
              </a:ext>
            </a:extLst>
          </p:cNvPr>
          <p:cNvSpPr>
            <a:spLocks noGrp="1"/>
          </p:cNvSpPr>
          <p:nvPr>
            <p:ph type="dt" sz="half" idx="10"/>
          </p:nvPr>
        </p:nvSpPr>
        <p:spPr>
          <a:xfrm>
            <a:off x="566928" y="6309360"/>
            <a:ext cx="1371600" cy="365760"/>
          </a:xfrm>
        </p:spPr>
        <p:txBody>
          <a:bodyPr/>
          <a:lstStyle/>
          <a:p>
            <a:fld id="{D16B9168-F6EC-AA44-B1F6-76306FA4BF2D}" type="datetime1">
              <a:rPr lang="en-US" smtClean="0"/>
              <a:t>9/24/2026</a:t>
            </a:fld>
            <a:endParaRPr lang="en-US" dirty="0"/>
          </a:p>
        </p:txBody>
      </p:sp>
      <p:sp>
        <p:nvSpPr>
          <p:cNvPr id="8" name="Footer Placeholder 7">
            <a:extLst>
              <a:ext uri="{FF2B5EF4-FFF2-40B4-BE49-F238E27FC236}">
                <a16:creationId xmlns:a16="http://schemas.microsoft.com/office/drawing/2014/main" id="{1B2BAF71-3D3C-DFB3-0251-27F1B866D77B}"/>
              </a:ext>
            </a:extLst>
          </p:cNvPr>
          <p:cNvSpPr>
            <a:spLocks noGrp="1"/>
          </p:cNvSpPr>
          <p:nvPr>
            <p:ph type="ftr" sz="quarter" idx="11"/>
          </p:nvPr>
        </p:nvSpPr>
        <p:spPr>
          <a:xfrm>
            <a:off x="8437249" y="6309360"/>
            <a:ext cx="2805405" cy="365125"/>
          </a:xfrm>
        </p:spPr>
        <p:txBody>
          <a:bodyPr/>
          <a:lstStyle/>
          <a:p>
            <a:endParaRPr lang="en-US" dirty="0"/>
          </a:p>
        </p:txBody>
      </p:sp>
      <p:sp>
        <p:nvSpPr>
          <p:cNvPr id="10" name="Slide Number Placeholder 9">
            <a:extLst>
              <a:ext uri="{FF2B5EF4-FFF2-40B4-BE49-F238E27FC236}">
                <a16:creationId xmlns:a16="http://schemas.microsoft.com/office/drawing/2014/main" id="{FD728C4D-5809-FB9D-495E-3C24CD20F88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51473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9AFCA72-41CF-D05C-F8FB-8CAA627330D0}"/>
              </a:ext>
            </a:extLst>
          </p:cNvPr>
          <p:cNvGrpSpPr/>
          <p:nvPr userDrawn="1"/>
        </p:nvGrpSpPr>
        <p:grpSpPr>
          <a:xfrm>
            <a:off x="762" y="-1"/>
            <a:ext cx="12191238" cy="6858001"/>
            <a:chOff x="762" y="-1"/>
            <a:chExt cx="12191238" cy="6858001"/>
          </a:xfrm>
        </p:grpSpPr>
        <p:cxnSp>
          <p:nvCxnSpPr>
            <p:cNvPr id="21" name="Straight Connector 20">
              <a:extLst>
                <a:ext uri="{FF2B5EF4-FFF2-40B4-BE49-F238E27FC236}">
                  <a16:creationId xmlns:a16="http://schemas.microsoft.com/office/drawing/2014/main" id="{7B29C259-F97A-8F67-400F-BC54EB156031}"/>
                </a:ext>
              </a:extLst>
            </p:cNvPr>
            <p:cNvCxnSpPr>
              <a:cxnSpLocks/>
            </p:cNvCxnSpPr>
            <p:nvPr userDrawn="1"/>
          </p:nvCxnSpPr>
          <p:spPr>
            <a:xfrm>
              <a:off x="3048" y="230556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2E4DE8A-5131-66D0-8011-8BFA0C904B93}"/>
                </a:ext>
              </a:extLst>
            </p:cNvPr>
            <p:cNvCxnSpPr>
              <a:cxnSpLocks/>
            </p:cNvCxnSpPr>
            <p:nvPr userDrawn="1"/>
          </p:nvCxnSpPr>
          <p:spPr>
            <a:xfrm>
              <a:off x="1524" y="253602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9C2E701-AF8D-7A3D-CC09-891E0AFB726C}"/>
                </a:ext>
              </a:extLst>
            </p:cNvPr>
            <p:cNvCxnSpPr>
              <a:cxnSpLocks/>
            </p:cNvCxnSpPr>
            <p:nvPr userDrawn="1"/>
          </p:nvCxnSpPr>
          <p:spPr>
            <a:xfrm>
              <a:off x="2286" y="6139863"/>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674796-E246-B6E4-B793-0B35356F892D}"/>
                </a:ext>
              </a:extLst>
            </p:cNvPr>
            <p:cNvCxnSpPr>
              <a:cxnSpLocks/>
            </p:cNvCxnSpPr>
            <p:nvPr userDrawn="1"/>
          </p:nvCxnSpPr>
          <p:spPr>
            <a:xfrm>
              <a:off x="762" y="637032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E8D2328-4643-C915-66E4-67530C6C8BA2}"/>
                </a:ext>
              </a:extLst>
            </p:cNvPr>
            <p:cNvCxnSpPr/>
            <p:nvPr userDrawn="1"/>
          </p:nvCxnSpPr>
          <p:spPr>
            <a:xfrm>
              <a:off x="4050792"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54880" y="478810"/>
            <a:ext cx="6680364" cy="1525849"/>
          </a:xfrm>
        </p:spPr>
        <p:txBody>
          <a:bodyPr anchor="b" anchorCtr="0">
            <a:normAutofit/>
          </a:bodyPr>
          <a:lstStyle>
            <a:lvl1pPr>
              <a:defRPr sz="4400"/>
            </a:lvl1pPr>
          </a:lstStyle>
          <a:p>
            <a:r>
              <a:rPr lang="en-US"/>
              <a:t>Click to edit Master title style</a:t>
            </a:r>
            <a:endParaRPr lang="en-US" dirty="0"/>
          </a:p>
        </p:txBody>
      </p:sp>
      <p:sp>
        <p:nvSpPr>
          <p:cNvPr id="18" name="Date Placeholder 17">
            <a:extLst>
              <a:ext uri="{FF2B5EF4-FFF2-40B4-BE49-F238E27FC236}">
                <a16:creationId xmlns:a16="http://schemas.microsoft.com/office/drawing/2014/main" id="{41D407DA-00BD-2265-F634-419E75DA4E6B}"/>
              </a:ext>
            </a:extLst>
          </p:cNvPr>
          <p:cNvSpPr>
            <a:spLocks noGrp="1"/>
          </p:cNvSpPr>
          <p:nvPr>
            <p:ph type="dt" sz="half" idx="14"/>
          </p:nvPr>
        </p:nvSpPr>
        <p:spPr/>
        <p:txBody>
          <a:bodyPr/>
          <a:lstStyle/>
          <a:p>
            <a:fld id="{6B4AD165-8B01-3E43-98A9-F808A95BF71A}" type="datetime1">
              <a:rPr lang="en-US" smtClean="0"/>
              <a:t>9/24/2026</a:t>
            </a:fld>
            <a:endParaRPr lang="en-US" dirty="0"/>
          </a:p>
        </p:txBody>
      </p:sp>
      <p:sp>
        <p:nvSpPr>
          <p:cNvPr id="19" name="Footer Placeholder 18">
            <a:extLst>
              <a:ext uri="{FF2B5EF4-FFF2-40B4-BE49-F238E27FC236}">
                <a16:creationId xmlns:a16="http://schemas.microsoft.com/office/drawing/2014/main" id="{CF15EF94-8F8C-0EF5-8EF2-5C4EA19564E2}"/>
              </a:ext>
            </a:extLst>
          </p:cNvPr>
          <p:cNvSpPr>
            <a:spLocks noGrp="1"/>
          </p:cNvSpPr>
          <p:nvPr>
            <p:ph type="ftr" sz="quarter" idx="15"/>
          </p:nvPr>
        </p:nvSpPr>
        <p:spPr/>
        <p:txBody>
          <a:bodyPr/>
          <a:lstStyle/>
          <a:p>
            <a:endParaRPr lang="en-US" dirty="0"/>
          </a:p>
        </p:txBody>
      </p:sp>
      <p:sp>
        <p:nvSpPr>
          <p:cNvPr id="20" name="Slide Number Placeholder 19">
            <a:extLst>
              <a:ext uri="{FF2B5EF4-FFF2-40B4-BE49-F238E27FC236}">
                <a16:creationId xmlns:a16="http://schemas.microsoft.com/office/drawing/2014/main" id="{8FA39EB6-444E-CBC6-AC9C-78183ED45C97}"/>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754879" y="3263808"/>
            <a:ext cx="6680363"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507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24BAA6-3631-B64B-B6F3-DEE7E050D639}" type="datetime1">
              <a:rPr lang="en-US" smtClean="0"/>
              <a:t>9/24/2026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217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E6B764-AD22-0F4B-BAE3-44995569C23A}" type="datetime1">
              <a:rPr lang="en-US" smtClean="0"/>
              <a:t>9/24/2026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4505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537853"/>
            <a:ext cx="4145582" cy="4638825"/>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BC7D8DF-7269-644C-8396-989AFC27656C}" type="datetime1">
              <a:rPr lang="en-US" smtClean="0"/>
              <a:t>9/24/2026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572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280160"/>
            <a:ext cx="4142232" cy="4940661"/>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A94EE2-E508-0343-ABC3-FD891EA966EC}" type="datetime1">
              <a:rPr lang="en-US" smtClean="0"/>
              <a:t>9/24/2026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1280160"/>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50058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39"/>
            <a:ext cx="3494314" cy="5719639"/>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48640" y="6309360"/>
            <a:ext cx="1371600" cy="365760"/>
          </a:xfrm>
        </p:spPr>
        <p:txBody>
          <a:bodyPr/>
          <a:lstStyle/>
          <a:p>
            <a:fld id="{F81006CB-6D12-D648-BDFF-45946122B114}" type="datetime1">
              <a:rPr lang="en-US" smtClean="0"/>
              <a:t>9/24/2026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37249"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3961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0" y="548640"/>
            <a:ext cx="6093225" cy="1143000"/>
          </a:xfrm>
        </p:spPr>
        <p:txBody>
          <a:bodyPr anchor="b">
            <a:normAutofit/>
          </a:bodyPr>
          <a:lstStyle>
            <a:lvl1pPr>
              <a:defRPr sz="4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1240" y="0"/>
            <a:ext cx="4793885"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486400"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D0712BE5-0AFE-AA4B-DE38-618FA150F3A2}"/>
              </a:ext>
            </a:extLst>
          </p:cNvPr>
          <p:cNvSpPr>
            <a:spLocks noGrp="1"/>
          </p:cNvSpPr>
          <p:nvPr>
            <p:ph type="dt" sz="half" idx="15"/>
          </p:nvPr>
        </p:nvSpPr>
        <p:spPr>
          <a:xfrm>
            <a:off x="5486400" y="6309360"/>
            <a:ext cx="1371600" cy="365760"/>
          </a:xfrm>
        </p:spPr>
        <p:txBody>
          <a:bodyPr/>
          <a:lstStyle/>
          <a:p>
            <a:fld id="{FB67AB3A-5619-724F-B943-9D34281EA5B9}" type="datetime1">
              <a:rPr lang="en-US" smtClean="0"/>
              <a:t>9/24/2026</a:t>
            </a:fld>
            <a:endParaRPr lang="en-US" dirty="0"/>
          </a:p>
        </p:txBody>
      </p:sp>
      <p:sp>
        <p:nvSpPr>
          <p:cNvPr id="5" name="Footer Placeholder 4">
            <a:extLst>
              <a:ext uri="{FF2B5EF4-FFF2-40B4-BE49-F238E27FC236}">
                <a16:creationId xmlns:a16="http://schemas.microsoft.com/office/drawing/2014/main" id="{8C58B002-680C-F23C-355A-AA9E00F69C45}"/>
              </a:ext>
            </a:extLst>
          </p:cNvPr>
          <p:cNvSpPr>
            <a:spLocks noGrp="1"/>
          </p:cNvSpPr>
          <p:nvPr>
            <p:ph type="ftr" sz="quarter" idx="16"/>
          </p:nvPr>
        </p:nvSpPr>
        <p:spPr>
          <a:xfrm>
            <a:off x="8437249"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293BC7F1-E4AA-ACB1-F898-0F4CE95C3451}"/>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4" name="Group 3">
            <a:extLst>
              <a:ext uri="{FF2B5EF4-FFF2-40B4-BE49-F238E27FC236}">
                <a16:creationId xmlns:a16="http://schemas.microsoft.com/office/drawing/2014/main" id="{F2F8443E-8FB4-6D1A-1287-E54F5204B44D}"/>
              </a:ext>
            </a:extLst>
          </p:cNvPr>
          <p:cNvGrpSpPr/>
          <p:nvPr userDrawn="1"/>
        </p:nvGrpSpPr>
        <p:grpSpPr>
          <a:xfrm rot="5400000">
            <a:off x="1490425" y="3314697"/>
            <a:ext cx="6858000" cy="228600"/>
            <a:chOff x="1524" y="486404"/>
            <a:chExt cx="12190476" cy="230457"/>
          </a:xfrm>
        </p:grpSpPr>
        <p:cxnSp>
          <p:nvCxnSpPr>
            <p:cNvPr id="9" name="Straight Connector 8">
              <a:extLst>
                <a:ext uri="{FF2B5EF4-FFF2-40B4-BE49-F238E27FC236}">
                  <a16:creationId xmlns:a16="http://schemas.microsoft.com/office/drawing/2014/main" id="{46E5F11D-F220-9C5E-929C-BCA879502FBE}"/>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76AC546-8709-3993-FCDB-1B156D2088A4}"/>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27294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0F7A554-0191-84FD-FF13-1D08A9040FE3}"/>
              </a:ext>
            </a:extLst>
          </p:cNvPr>
          <p:cNvSpPr>
            <a:spLocks noGrp="1"/>
          </p:cNvSpPr>
          <p:nvPr>
            <p:ph type="dt" sz="half" idx="15"/>
          </p:nvPr>
        </p:nvSpPr>
        <p:spPr>
          <a:xfrm>
            <a:off x="479005" y="6309360"/>
            <a:ext cx="1371600" cy="365760"/>
          </a:xfrm>
        </p:spPr>
        <p:txBody>
          <a:bodyPr/>
          <a:lstStyle/>
          <a:p>
            <a:fld id="{2CB12418-D22D-2F49-B8DF-8F0D06316D0F}" type="datetime1">
              <a:rPr lang="en-US" smtClean="0"/>
              <a:t>9/24/2026</a:t>
            </a:fld>
            <a:endParaRPr lang="en-US" dirty="0"/>
          </a:p>
        </p:txBody>
      </p:sp>
      <p:sp>
        <p:nvSpPr>
          <p:cNvPr id="4" name="Footer Placeholder 3">
            <a:extLst>
              <a:ext uri="{FF2B5EF4-FFF2-40B4-BE49-F238E27FC236}">
                <a16:creationId xmlns:a16="http://schemas.microsoft.com/office/drawing/2014/main" id="{17A51982-58B0-FDD3-D68E-F1F52109DFBE}"/>
              </a:ext>
            </a:extLst>
          </p:cNvPr>
          <p:cNvSpPr>
            <a:spLocks noGrp="1"/>
          </p:cNvSpPr>
          <p:nvPr>
            <p:ph type="ftr" sz="quarter" idx="16"/>
          </p:nvPr>
        </p:nvSpPr>
        <p:spPr>
          <a:xfrm>
            <a:off x="3563424" y="6309360"/>
            <a:ext cx="2805405" cy="365125"/>
          </a:xfrm>
        </p:spPr>
        <p:txBody>
          <a:bodyPr/>
          <a:lstStyle/>
          <a:p>
            <a:endParaRPr lang="en-US" dirty="0"/>
          </a:p>
        </p:txBody>
      </p:sp>
      <p:sp>
        <p:nvSpPr>
          <p:cNvPr id="5" name="Slide Number Placeholder 4">
            <a:extLst>
              <a:ext uri="{FF2B5EF4-FFF2-40B4-BE49-F238E27FC236}">
                <a16:creationId xmlns:a16="http://schemas.microsoft.com/office/drawing/2014/main" id="{A1A87B63-4ABF-71A4-052E-E4A6E0B0D811}"/>
              </a:ext>
            </a:extLst>
          </p:cNvPr>
          <p:cNvSpPr>
            <a:spLocks noGrp="1"/>
          </p:cNvSpPr>
          <p:nvPr>
            <p:ph type="sldNum" sz="quarter" idx="17"/>
          </p:nvPr>
        </p:nvSpPr>
        <p:spPr>
          <a:xfrm>
            <a:off x="6319065"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6" name="Group 5">
            <a:extLst>
              <a:ext uri="{FF2B5EF4-FFF2-40B4-BE49-F238E27FC236}">
                <a16:creationId xmlns:a16="http://schemas.microsoft.com/office/drawing/2014/main" id="{B8B5488C-5471-388E-2299-E36A52160AF1}"/>
              </a:ext>
            </a:extLst>
          </p:cNvPr>
          <p:cNvGrpSpPr/>
          <p:nvPr/>
        </p:nvGrpSpPr>
        <p:grpSpPr>
          <a:xfrm rot="5400000">
            <a:off x="3842029" y="3314697"/>
            <a:ext cx="6858000" cy="228600"/>
            <a:chOff x="1524" y="486404"/>
            <a:chExt cx="12190476" cy="230457"/>
          </a:xfrm>
        </p:grpSpPr>
        <p:cxnSp>
          <p:nvCxnSpPr>
            <p:cNvPr id="7" name="Straight Connector 6">
              <a:extLst>
                <a:ext uri="{FF2B5EF4-FFF2-40B4-BE49-F238E27FC236}">
                  <a16:creationId xmlns:a16="http://schemas.microsoft.com/office/drawing/2014/main" id="{46BE69B9-7459-DD8B-2663-BDBBDF27D6E7}"/>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92791D3-546A-F264-3A28-FA4F47254C78}"/>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12864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D8C6A67-6118-FB57-C805-42FCFB3E2ECD}"/>
              </a:ext>
            </a:extLst>
          </p:cNvPr>
          <p:cNvSpPr>
            <a:spLocks noGrp="1"/>
          </p:cNvSpPr>
          <p:nvPr>
            <p:ph type="dt" sz="half" idx="15"/>
          </p:nvPr>
        </p:nvSpPr>
        <p:spPr>
          <a:xfrm>
            <a:off x="4663440" y="6309360"/>
            <a:ext cx="1371600" cy="365760"/>
          </a:xfrm>
        </p:spPr>
        <p:txBody>
          <a:bodyPr/>
          <a:lstStyle/>
          <a:p>
            <a:fld id="{F7B9797D-0A11-3F4C-A8F9-4C3CFB1C3467}" type="datetime1">
              <a:rPr lang="en-US" smtClean="0"/>
              <a:t>9/24/2026</a:t>
            </a:fld>
            <a:endParaRPr lang="en-US" dirty="0"/>
          </a:p>
        </p:txBody>
      </p:sp>
      <p:sp>
        <p:nvSpPr>
          <p:cNvPr id="6" name="Footer Placeholder 5">
            <a:extLst>
              <a:ext uri="{FF2B5EF4-FFF2-40B4-BE49-F238E27FC236}">
                <a16:creationId xmlns:a16="http://schemas.microsoft.com/office/drawing/2014/main" id="{1E78562C-62EF-4582-865E-F683CC0BA535}"/>
              </a:ext>
            </a:extLst>
          </p:cNvPr>
          <p:cNvSpPr>
            <a:spLocks noGrp="1"/>
          </p:cNvSpPr>
          <p:nvPr>
            <p:ph type="ftr" sz="quarter" idx="16"/>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2C60CD9-C1EA-17F0-7578-5F8A1A5909C6}"/>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A8AD7A6E-1B9B-D9DE-BD67-39C783071F20}"/>
              </a:ext>
            </a:extLst>
          </p:cNvPr>
          <p:cNvGrpSpPr/>
          <p:nvPr userDrawn="1"/>
        </p:nvGrpSpPr>
        <p:grpSpPr>
          <a:xfrm rot="5400000">
            <a:off x="726870" y="3314697"/>
            <a:ext cx="6858000" cy="228600"/>
            <a:chOff x="1524" y="486404"/>
            <a:chExt cx="12190476" cy="230457"/>
          </a:xfrm>
        </p:grpSpPr>
        <p:cxnSp>
          <p:nvCxnSpPr>
            <p:cNvPr id="4" name="Straight Connector 3">
              <a:extLst>
                <a:ext uri="{FF2B5EF4-FFF2-40B4-BE49-F238E27FC236}">
                  <a16:creationId xmlns:a16="http://schemas.microsoft.com/office/drawing/2014/main" id="{3EDD3F17-F32A-F401-6587-63C903B9266D}"/>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2FA86B-2AC9-7E00-D084-24EC59AAAE07}"/>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79065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66928" y="6309360"/>
            <a:ext cx="1371600" cy="365760"/>
          </a:xfrm>
        </p:spPr>
        <p:txBody>
          <a:bodyPr/>
          <a:lstStyle/>
          <a:p>
            <a:fld id="{67771A41-C848-E64D-A3E7-2C2268336902}" type="datetime1">
              <a:rPr lang="en-US" smtClean="0"/>
              <a:t>9/24/2026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309360"/>
            <a:ext cx="2805405" cy="365125"/>
          </a:xfr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09360"/>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3" name="Group 2">
            <a:extLst>
              <a:ext uri="{FF2B5EF4-FFF2-40B4-BE49-F238E27FC236}">
                <a16:creationId xmlns:a16="http://schemas.microsoft.com/office/drawing/2014/main" id="{33294EF9-68D3-BBE1-CF71-EB49B1946043}"/>
              </a:ext>
            </a:extLst>
          </p:cNvPr>
          <p:cNvGrpSpPr/>
          <p:nvPr/>
        </p:nvGrpSpPr>
        <p:grpSpPr>
          <a:xfrm rot="5400000">
            <a:off x="4523955" y="3330195"/>
            <a:ext cx="6858000" cy="228600"/>
            <a:chOff x="1524" y="486404"/>
            <a:chExt cx="12190476" cy="230457"/>
          </a:xfrm>
        </p:grpSpPr>
        <p:cxnSp>
          <p:nvCxnSpPr>
            <p:cNvPr id="5" name="Straight Connector 4">
              <a:extLst>
                <a:ext uri="{FF2B5EF4-FFF2-40B4-BE49-F238E27FC236}">
                  <a16:creationId xmlns:a16="http://schemas.microsoft.com/office/drawing/2014/main" id="{B35BB65A-DA11-C51A-8125-2AB82548925E}"/>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C64F4CB-517C-D2E2-C7FE-130E00DFA93E}"/>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120579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DC0D9A4B-419F-EFB0-1176-951278E45B7B}"/>
              </a:ext>
            </a:extLst>
          </p:cNvPr>
          <p:cNvSpPr>
            <a:spLocks noGrp="1"/>
          </p:cNvSpPr>
          <p:nvPr>
            <p:ph type="dt" sz="half" idx="15"/>
          </p:nvPr>
        </p:nvSpPr>
        <p:spPr>
          <a:xfrm>
            <a:off x="7223760" y="6309360"/>
            <a:ext cx="1371600" cy="365760"/>
          </a:xfrm>
        </p:spPr>
        <p:txBody>
          <a:bodyPr/>
          <a:lstStyle/>
          <a:p>
            <a:fld id="{63444354-EB0C-0749-879A-AC72746606D0}" type="datetime1">
              <a:rPr lang="en-US" smtClean="0"/>
              <a:t>9/24/2026</a:t>
            </a:fld>
            <a:endParaRPr lang="en-US" dirty="0"/>
          </a:p>
        </p:txBody>
      </p:sp>
      <p:sp>
        <p:nvSpPr>
          <p:cNvPr id="4" name="Footer Placeholder 3">
            <a:extLst>
              <a:ext uri="{FF2B5EF4-FFF2-40B4-BE49-F238E27FC236}">
                <a16:creationId xmlns:a16="http://schemas.microsoft.com/office/drawing/2014/main" id="{F48372A1-F80C-EE8E-3ED3-DEA07464D94A}"/>
              </a:ext>
            </a:extLst>
          </p:cNvPr>
          <p:cNvSpPr>
            <a:spLocks noGrp="1"/>
          </p:cNvSpPr>
          <p:nvPr>
            <p:ph type="ftr" sz="quarter" idx="16"/>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23A0B9D2-7EB0-49D5-FB69-802CC1E602B5}"/>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5" name="Group 4">
            <a:extLst>
              <a:ext uri="{FF2B5EF4-FFF2-40B4-BE49-F238E27FC236}">
                <a16:creationId xmlns:a16="http://schemas.microsoft.com/office/drawing/2014/main" id="{EB6EDA9F-9F0C-F2B8-2DA9-6B5E53DF71A1}"/>
              </a:ext>
            </a:extLst>
          </p:cNvPr>
          <p:cNvGrpSpPr/>
          <p:nvPr userDrawn="1"/>
        </p:nvGrpSpPr>
        <p:grpSpPr>
          <a:xfrm rot="5400000">
            <a:off x="3315089" y="3314697"/>
            <a:ext cx="6858000" cy="228600"/>
            <a:chOff x="1524" y="486404"/>
            <a:chExt cx="12190476" cy="230457"/>
          </a:xfrm>
        </p:grpSpPr>
        <p:cxnSp>
          <p:nvCxnSpPr>
            <p:cNvPr id="6" name="Straight Connector 5">
              <a:extLst>
                <a:ext uri="{FF2B5EF4-FFF2-40B4-BE49-F238E27FC236}">
                  <a16:creationId xmlns:a16="http://schemas.microsoft.com/office/drawing/2014/main" id="{E54DF475-F587-D0F5-2E5F-1F7374565F21}"/>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672F99E-296C-67C4-EA39-A3890FF72962}"/>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50249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68D23E0-4409-7037-FE86-2F4FED37F548}"/>
              </a:ext>
            </a:extLst>
          </p:cNvPr>
          <p:cNvSpPr>
            <a:spLocks noGrp="1"/>
          </p:cNvSpPr>
          <p:nvPr>
            <p:ph type="dt" sz="half" idx="15"/>
          </p:nvPr>
        </p:nvSpPr>
        <p:spPr>
          <a:xfrm>
            <a:off x="566928" y="6309360"/>
            <a:ext cx="1371600" cy="365760"/>
          </a:xfrm>
        </p:spPr>
        <p:txBody>
          <a:bodyPr/>
          <a:lstStyle/>
          <a:p>
            <a:fld id="{ADFB106D-E2A4-BA42-83CB-236864574A5E}" type="datetime1">
              <a:rPr lang="en-US" smtClean="0"/>
              <a:t>9/24/2026</a:t>
            </a:fld>
            <a:endParaRPr lang="en-US" dirty="0"/>
          </a:p>
        </p:txBody>
      </p:sp>
      <p:sp>
        <p:nvSpPr>
          <p:cNvPr id="4" name="Footer Placeholder 3">
            <a:extLst>
              <a:ext uri="{FF2B5EF4-FFF2-40B4-BE49-F238E27FC236}">
                <a16:creationId xmlns:a16="http://schemas.microsoft.com/office/drawing/2014/main" id="{3F2FB02F-C7E2-E0E7-60F6-676CD156D12F}"/>
              </a:ext>
            </a:extLst>
          </p:cNvPr>
          <p:cNvSpPr>
            <a:spLocks noGrp="1"/>
          </p:cNvSpPr>
          <p:nvPr>
            <p:ph type="ftr" sz="quarter" idx="16"/>
          </p:nvPr>
        </p:nvSpPr>
        <p:spPr>
          <a:xfrm>
            <a:off x="1788790"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C52800A2-76CC-F9B8-3D85-3BEF8792A583}"/>
              </a:ext>
            </a:extLst>
          </p:cNvPr>
          <p:cNvSpPr>
            <a:spLocks noGrp="1"/>
          </p:cNvSpPr>
          <p:nvPr>
            <p:ph type="sldNum" sz="quarter" idx="17"/>
          </p:nvPr>
        </p:nvSpPr>
        <p:spPr>
          <a:xfrm>
            <a:off x="4544431"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181D9632-278F-11B0-688D-20E8D15BB079}"/>
              </a:ext>
            </a:extLst>
          </p:cNvPr>
          <p:cNvGrpSpPr/>
          <p:nvPr userDrawn="1"/>
        </p:nvGrpSpPr>
        <p:grpSpPr>
          <a:xfrm rot="5400000">
            <a:off x="2183715" y="3314697"/>
            <a:ext cx="6858000" cy="228600"/>
            <a:chOff x="1524" y="486404"/>
            <a:chExt cx="12190476" cy="230457"/>
          </a:xfrm>
        </p:grpSpPr>
        <p:cxnSp>
          <p:nvCxnSpPr>
            <p:cNvPr id="6" name="Straight Connector 5">
              <a:extLst>
                <a:ext uri="{FF2B5EF4-FFF2-40B4-BE49-F238E27FC236}">
                  <a16:creationId xmlns:a16="http://schemas.microsoft.com/office/drawing/2014/main" id="{9BE1D6A8-C24F-52BA-1401-BD84AE6A3B43}"/>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546028-8E84-0B13-7CEA-433419C2160A}"/>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74524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4D11A105-C44D-52EF-FE59-79B2559A5102}"/>
              </a:ext>
            </a:extLst>
          </p:cNvPr>
          <p:cNvSpPr>
            <a:spLocks noGrp="1"/>
          </p:cNvSpPr>
          <p:nvPr>
            <p:ph type="dt" sz="half" idx="15"/>
          </p:nvPr>
        </p:nvSpPr>
        <p:spPr>
          <a:xfrm>
            <a:off x="7104888" y="6309360"/>
            <a:ext cx="1371600" cy="365760"/>
          </a:xfrm>
        </p:spPr>
        <p:txBody>
          <a:bodyPr/>
          <a:lstStyle/>
          <a:p>
            <a:fld id="{A0A3A3CB-42B5-F943-9B44-CE40D69043BF}" type="datetime1">
              <a:rPr lang="en-US" smtClean="0"/>
              <a:t>9/24/2026</a:t>
            </a:fld>
            <a:endParaRPr lang="en-US" dirty="0"/>
          </a:p>
        </p:txBody>
      </p:sp>
      <p:sp>
        <p:nvSpPr>
          <p:cNvPr id="4" name="Footer Placeholder 3">
            <a:extLst>
              <a:ext uri="{FF2B5EF4-FFF2-40B4-BE49-F238E27FC236}">
                <a16:creationId xmlns:a16="http://schemas.microsoft.com/office/drawing/2014/main" id="{FD65DDCD-2302-7DB0-065A-B9C0D6061635}"/>
              </a:ext>
            </a:extLst>
          </p:cNvPr>
          <p:cNvSpPr>
            <a:spLocks noGrp="1"/>
          </p:cNvSpPr>
          <p:nvPr>
            <p:ph type="ftr" sz="quarter" idx="16"/>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6B14486D-3CD5-EFE8-605A-E494F417F5D4}"/>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5" name="Group 4">
            <a:extLst>
              <a:ext uri="{FF2B5EF4-FFF2-40B4-BE49-F238E27FC236}">
                <a16:creationId xmlns:a16="http://schemas.microsoft.com/office/drawing/2014/main" id="{8160FD1D-1C9C-1D7D-034D-752DEA37DE2F}"/>
              </a:ext>
            </a:extLst>
          </p:cNvPr>
          <p:cNvGrpSpPr/>
          <p:nvPr userDrawn="1"/>
        </p:nvGrpSpPr>
        <p:grpSpPr>
          <a:xfrm rot="5400000">
            <a:off x="3191101" y="3314697"/>
            <a:ext cx="6858000" cy="228600"/>
            <a:chOff x="1524" y="486404"/>
            <a:chExt cx="12190476" cy="230457"/>
          </a:xfrm>
        </p:grpSpPr>
        <p:cxnSp>
          <p:nvCxnSpPr>
            <p:cNvPr id="6" name="Straight Connector 5">
              <a:extLst>
                <a:ext uri="{FF2B5EF4-FFF2-40B4-BE49-F238E27FC236}">
                  <a16:creationId xmlns:a16="http://schemas.microsoft.com/office/drawing/2014/main" id="{41255FD7-7B06-617C-F2B1-84296408F9C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74B771-A659-B0FC-BE3E-CCA7C7DAA8CE}"/>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4305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9444B0A-5375-2C8E-1855-C39FDCFE2AF2}"/>
              </a:ext>
            </a:extLst>
          </p:cNvPr>
          <p:cNvSpPr>
            <a:spLocks noGrp="1"/>
          </p:cNvSpPr>
          <p:nvPr>
            <p:ph type="dt" sz="half" idx="15"/>
          </p:nvPr>
        </p:nvSpPr>
        <p:spPr>
          <a:xfrm>
            <a:off x="566928" y="6309360"/>
            <a:ext cx="1371600" cy="365760"/>
          </a:xfrm>
        </p:spPr>
        <p:txBody>
          <a:bodyPr/>
          <a:lstStyle/>
          <a:p>
            <a:fld id="{FF9F10B6-86E2-C342-8351-96AAFAF25FE3}" type="datetime1">
              <a:rPr lang="en-US" smtClean="0"/>
              <a:t>9/24/2026</a:t>
            </a:fld>
            <a:endParaRPr lang="en-US" dirty="0"/>
          </a:p>
        </p:txBody>
      </p:sp>
      <p:sp>
        <p:nvSpPr>
          <p:cNvPr id="4" name="Footer Placeholder 3">
            <a:extLst>
              <a:ext uri="{FF2B5EF4-FFF2-40B4-BE49-F238E27FC236}">
                <a16:creationId xmlns:a16="http://schemas.microsoft.com/office/drawing/2014/main" id="{AF9E8B0B-9B3C-2EBF-8B1F-0383E15F4517}"/>
              </a:ext>
            </a:extLst>
          </p:cNvPr>
          <p:cNvSpPr>
            <a:spLocks noGrp="1"/>
          </p:cNvSpPr>
          <p:nvPr>
            <p:ph type="ftr" sz="quarter" idx="16"/>
          </p:nvPr>
        </p:nvSpPr>
        <p:spPr>
          <a:xfrm>
            <a:off x="1999800"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0B474BF6-552A-A16E-D27D-6F4180803ECA}"/>
              </a:ext>
            </a:extLst>
          </p:cNvPr>
          <p:cNvSpPr>
            <a:spLocks noGrp="1"/>
          </p:cNvSpPr>
          <p:nvPr>
            <p:ph type="sldNum" sz="quarter" idx="17"/>
          </p:nvPr>
        </p:nvSpPr>
        <p:spPr>
          <a:xfrm>
            <a:off x="4755441"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34931DFC-97BE-BA1D-DF4B-117BE21CCE3A}"/>
              </a:ext>
            </a:extLst>
          </p:cNvPr>
          <p:cNvGrpSpPr/>
          <p:nvPr userDrawn="1"/>
        </p:nvGrpSpPr>
        <p:grpSpPr>
          <a:xfrm rot="5400000">
            <a:off x="2354194" y="3314697"/>
            <a:ext cx="6858000" cy="228600"/>
            <a:chOff x="1524" y="486404"/>
            <a:chExt cx="12190476" cy="230457"/>
          </a:xfrm>
        </p:grpSpPr>
        <p:cxnSp>
          <p:nvCxnSpPr>
            <p:cNvPr id="6" name="Straight Connector 5">
              <a:extLst>
                <a:ext uri="{FF2B5EF4-FFF2-40B4-BE49-F238E27FC236}">
                  <a16:creationId xmlns:a16="http://schemas.microsoft.com/office/drawing/2014/main" id="{032D29D2-0F65-815E-B69D-9AE195C8A6E2}"/>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8EB07D8-B6B0-63D6-1B82-5440BC5E86FF}"/>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8430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414E36-7594-545C-C743-651A7E90674A}"/>
              </a:ext>
            </a:extLst>
          </p:cNvPr>
          <p:cNvSpPr>
            <a:spLocks noGrp="1"/>
          </p:cNvSpPr>
          <p:nvPr>
            <p:ph type="dt" sz="half" idx="15"/>
          </p:nvPr>
        </p:nvSpPr>
        <p:spPr>
          <a:xfrm>
            <a:off x="8211312" y="6309360"/>
            <a:ext cx="1371600" cy="365760"/>
          </a:xfrm>
        </p:spPr>
        <p:txBody>
          <a:bodyPr/>
          <a:lstStyle/>
          <a:p>
            <a:fld id="{0D631071-5303-6A4D-961A-95A03CA52AB9}" type="datetime1">
              <a:rPr lang="en-US" smtClean="0"/>
              <a:t>9/24/2026</a:t>
            </a:fld>
            <a:endParaRPr lang="en-US" dirty="0"/>
          </a:p>
        </p:txBody>
      </p:sp>
      <p:sp>
        <p:nvSpPr>
          <p:cNvPr id="5" name="Footer Placeholder 4">
            <a:extLst>
              <a:ext uri="{FF2B5EF4-FFF2-40B4-BE49-F238E27FC236}">
                <a16:creationId xmlns:a16="http://schemas.microsoft.com/office/drawing/2014/main" id="{9ECC485E-E2B8-D77F-2FAD-EA82B01F131E}"/>
              </a:ext>
            </a:extLst>
          </p:cNvPr>
          <p:cNvSpPr>
            <a:spLocks noGrp="1"/>
          </p:cNvSpPr>
          <p:nvPr>
            <p:ph type="ftr" sz="quarter" idx="16"/>
          </p:nvPr>
        </p:nvSpPr>
        <p:spPr>
          <a:xfrm>
            <a:off x="9825487" y="6309360"/>
            <a:ext cx="1417167" cy="365125"/>
          </a:xfrm>
        </p:spPr>
        <p:txBody>
          <a:bodyPr/>
          <a:lstStyle/>
          <a:p>
            <a:endParaRPr lang="en-US" dirty="0"/>
          </a:p>
        </p:txBody>
      </p:sp>
      <p:sp>
        <p:nvSpPr>
          <p:cNvPr id="6" name="Slide Number Placeholder 5">
            <a:extLst>
              <a:ext uri="{FF2B5EF4-FFF2-40B4-BE49-F238E27FC236}">
                <a16:creationId xmlns:a16="http://schemas.microsoft.com/office/drawing/2014/main" id="{F5FB1F47-9876-D98C-50D8-3FBF16389968}"/>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4" name="Group 3">
            <a:extLst>
              <a:ext uri="{FF2B5EF4-FFF2-40B4-BE49-F238E27FC236}">
                <a16:creationId xmlns:a16="http://schemas.microsoft.com/office/drawing/2014/main" id="{3038395A-A6A8-BCB1-3525-B2DB5574DB25}"/>
              </a:ext>
            </a:extLst>
          </p:cNvPr>
          <p:cNvGrpSpPr/>
          <p:nvPr userDrawn="1"/>
        </p:nvGrpSpPr>
        <p:grpSpPr>
          <a:xfrm rot="5400000">
            <a:off x="4282691" y="3314697"/>
            <a:ext cx="6858000" cy="228600"/>
            <a:chOff x="1524" y="486404"/>
            <a:chExt cx="12190476" cy="230457"/>
          </a:xfrm>
        </p:grpSpPr>
        <p:cxnSp>
          <p:nvCxnSpPr>
            <p:cNvPr id="9" name="Straight Connector 8">
              <a:extLst>
                <a:ext uri="{FF2B5EF4-FFF2-40B4-BE49-F238E27FC236}">
                  <a16:creationId xmlns:a16="http://schemas.microsoft.com/office/drawing/2014/main" id="{91CBCFB5-79E3-D32D-7553-DF61FB31DF9C}"/>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CC810B-FEDA-EE81-FE8A-157790BB1955}"/>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87439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DBD2EFA-F338-854A-39A5-0DE75A240C7B}"/>
              </a:ext>
            </a:extLst>
          </p:cNvPr>
          <p:cNvSpPr>
            <a:spLocks noGrp="1"/>
          </p:cNvSpPr>
          <p:nvPr>
            <p:ph type="dt" sz="half" idx="15"/>
          </p:nvPr>
        </p:nvSpPr>
        <p:spPr>
          <a:xfrm>
            <a:off x="566928" y="6309360"/>
            <a:ext cx="1371600" cy="365760"/>
          </a:xfrm>
        </p:spPr>
        <p:txBody>
          <a:bodyPr/>
          <a:lstStyle/>
          <a:p>
            <a:fld id="{75BC5750-3890-C849-A097-7836C504B378}" type="datetime1">
              <a:rPr lang="en-US" smtClean="0"/>
              <a:t>9/24/2026</a:t>
            </a:fld>
            <a:endParaRPr lang="en-US" dirty="0"/>
          </a:p>
        </p:txBody>
      </p:sp>
      <p:sp>
        <p:nvSpPr>
          <p:cNvPr id="4" name="Footer Placeholder 3">
            <a:extLst>
              <a:ext uri="{FF2B5EF4-FFF2-40B4-BE49-F238E27FC236}">
                <a16:creationId xmlns:a16="http://schemas.microsoft.com/office/drawing/2014/main" id="{1326A974-1D24-E76E-BB89-FCF2BB9C4CF1}"/>
              </a:ext>
            </a:extLst>
          </p:cNvPr>
          <p:cNvSpPr>
            <a:spLocks noGrp="1"/>
          </p:cNvSpPr>
          <p:nvPr>
            <p:ph type="ftr" sz="quarter" idx="16"/>
          </p:nvPr>
        </p:nvSpPr>
        <p:spPr>
          <a:xfrm>
            <a:off x="2263173" y="6309360"/>
            <a:ext cx="1371600" cy="365125"/>
          </a:xfrm>
        </p:spPr>
        <p:txBody>
          <a:bodyPr/>
          <a:lstStyle/>
          <a:p>
            <a:endParaRPr lang="en-US" dirty="0"/>
          </a:p>
        </p:txBody>
      </p:sp>
      <p:sp>
        <p:nvSpPr>
          <p:cNvPr id="9" name="Slide Number Placeholder 8">
            <a:extLst>
              <a:ext uri="{FF2B5EF4-FFF2-40B4-BE49-F238E27FC236}">
                <a16:creationId xmlns:a16="http://schemas.microsoft.com/office/drawing/2014/main" id="{2C8416FE-7E34-58E4-9D56-114F98FB0BB9}"/>
              </a:ext>
            </a:extLst>
          </p:cNvPr>
          <p:cNvSpPr>
            <a:spLocks noGrp="1"/>
          </p:cNvSpPr>
          <p:nvPr>
            <p:ph type="sldNum" sz="quarter" idx="17"/>
          </p:nvPr>
        </p:nvSpPr>
        <p:spPr>
          <a:xfrm>
            <a:off x="3585009"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1A6C6367-A7F3-E06C-7C1A-0BC0654C5286}"/>
              </a:ext>
            </a:extLst>
          </p:cNvPr>
          <p:cNvGrpSpPr/>
          <p:nvPr userDrawn="1"/>
        </p:nvGrpSpPr>
        <p:grpSpPr>
          <a:xfrm rot="5400000">
            <a:off x="1191819" y="3314697"/>
            <a:ext cx="6858000" cy="228600"/>
            <a:chOff x="1524" y="486404"/>
            <a:chExt cx="12190476" cy="230457"/>
          </a:xfrm>
        </p:grpSpPr>
        <p:cxnSp>
          <p:nvCxnSpPr>
            <p:cNvPr id="6" name="Straight Connector 5">
              <a:extLst>
                <a:ext uri="{FF2B5EF4-FFF2-40B4-BE49-F238E27FC236}">
                  <a16:creationId xmlns:a16="http://schemas.microsoft.com/office/drawing/2014/main" id="{DF36C848-6667-C955-7DE1-69ED168EEEB7}"/>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346036-FCB7-EFB8-C4D8-2B8EC443A76C}"/>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5198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4" name="Footer Placeholder 3">
            <a:extLst>
              <a:ext uri="{FF2B5EF4-FFF2-40B4-BE49-F238E27FC236}">
                <a16:creationId xmlns:a16="http://schemas.microsoft.com/office/drawing/2014/main" id="{3A41DDC5-8FD0-5B7D-E616-216E1AB06B2C}"/>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1C5F966B-C615-BAC6-2082-446BFF922C8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D2EDBEEF-1C91-68D1-CE48-418ABCEDC948}"/>
              </a:ext>
            </a:extLst>
          </p:cNvPr>
          <p:cNvSpPr>
            <a:spLocks noGrp="1"/>
          </p:cNvSpPr>
          <p:nvPr>
            <p:ph type="dt" sz="half" idx="15"/>
          </p:nvPr>
        </p:nvSpPr>
        <p:spPr>
          <a:xfrm>
            <a:off x="10245054" y="6309360"/>
            <a:ext cx="1371600" cy="365760"/>
          </a:xfrm>
        </p:spPr>
        <p:txBody>
          <a:bodyPr/>
          <a:lstStyle/>
          <a:p>
            <a:fld id="{0573F55D-F102-EB4C-8110-ACB83A574214}" type="datetime1">
              <a:rPr lang="en-US" smtClean="0"/>
              <a:t>9/24/2026</a:t>
            </a:fld>
            <a:endParaRPr lang="en-US" dirty="0"/>
          </a:p>
        </p:txBody>
      </p:sp>
      <p:grpSp>
        <p:nvGrpSpPr>
          <p:cNvPr id="5" name="Group 4">
            <a:extLst>
              <a:ext uri="{FF2B5EF4-FFF2-40B4-BE49-F238E27FC236}">
                <a16:creationId xmlns:a16="http://schemas.microsoft.com/office/drawing/2014/main" id="{44E11C5D-D71A-18E5-3526-29DDA766D6F8}"/>
              </a:ext>
            </a:extLst>
          </p:cNvPr>
          <p:cNvGrpSpPr/>
          <p:nvPr userDrawn="1"/>
        </p:nvGrpSpPr>
        <p:grpSpPr>
          <a:xfrm rot="5400000">
            <a:off x="4477460" y="3314697"/>
            <a:ext cx="6858000" cy="228600"/>
            <a:chOff x="1524" y="486404"/>
            <a:chExt cx="12190476" cy="230457"/>
          </a:xfrm>
        </p:grpSpPr>
        <p:cxnSp>
          <p:nvCxnSpPr>
            <p:cNvPr id="6" name="Straight Connector 5">
              <a:extLst>
                <a:ext uri="{FF2B5EF4-FFF2-40B4-BE49-F238E27FC236}">
                  <a16:creationId xmlns:a16="http://schemas.microsoft.com/office/drawing/2014/main" id="{6FF40670-01CC-8D65-0326-EC21C4B773F9}"/>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2C0E780-14F3-5C5E-5448-CFFC9EBBE163}"/>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43319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42535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685800" indent="0">
              <a:buFont typeface="Arial" panose="020B0604020202020204" pitchFamily="34" charset="0"/>
              <a:buNone/>
              <a:defRPr sz="1600"/>
            </a:lvl4pPr>
            <a:lvl5pPr marL="914400" indent="0">
              <a:buFont typeface="Arial" panose="020B0604020202020204" pitchFamily="34" charse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66928" y="6309360"/>
            <a:ext cx="1371600" cy="365760"/>
          </a:xfrm>
        </p:spPr>
        <p:txBody>
          <a:bodyPr/>
          <a:lstStyle/>
          <a:p>
            <a:fld id="{7B61FA28-EB8E-6842-A6BE-E9D79E274AF5}"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F06FB652-32F7-CC0E-68CE-5F38D866A595}"/>
              </a:ext>
            </a:extLst>
          </p:cNvPr>
          <p:cNvGrpSpPr/>
          <p:nvPr/>
        </p:nvGrpSpPr>
        <p:grpSpPr>
          <a:xfrm>
            <a:off x="1524" y="4425359"/>
            <a:ext cx="12190476" cy="230457"/>
            <a:chOff x="1524" y="486404"/>
            <a:chExt cx="12190476" cy="230457"/>
          </a:xfrm>
        </p:grpSpPr>
        <p:cxnSp>
          <p:nvCxnSpPr>
            <p:cNvPr id="4" name="Straight Connector 3">
              <a:extLst>
                <a:ext uri="{FF2B5EF4-FFF2-40B4-BE49-F238E27FC236}">
                  <a16:creationId xmlns:a16="http://schemas.microsoft.com/office/drawing/2014/main" id="{1053F082-AD98-C5E7-4EC8-638F1C20A182}"/>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5365CD2-3B68-0FCB-4E75-1DA83FCCC0E7}"/>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42287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56873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4320" y="6309360"/>
            <a:ext cx="1371600" cy="365760"/>
          </a:xfrm>
        </p:spPr>
        <p:txBody>
          <a:bodyPr/>
          <a:lstStyle/>
          <a:p>
            <a:fld id="{B598246D-3750-4C49-B8B5-B7C47928A50D}"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B94904FC-9ED3-CB9C-8E66-CCD770A7CB70}"/>
              </a:ext>
            </a:extLst>
          </p:cNvPr>
          <p:cNvGrpSpPr/>
          <p:nvPr/>
        </p:nvGrpSpPr>
        <p:grpSpPr>
          <a:xfrm>
            <a:off x="1524" y="3568737"/>
            <a:ext cx="12190476" cy="230457"/>
            <a:chOff x="1524" y="486404"/>
            <a:chExt cx="12190476" cy="230457"/>
          </a:xfrm>
        </p:grpSpPr>
        <p:cxnSp>
          <p:nvCxnSpPr>
            <p:cNvPr id="4" name="Straight Connector 3">
              <a:extLst>
                <a:ext uri="{FF2B5EF4-FFF2-40B4-BE49-F238E27FC236}">
                  <a16:creationId xmlns:a16="http://schemas.microsoft.com/office/drawing/2014/main" id="{8EDF3AD1-1E09-BFF1-7171-710B6980D7C5}"/>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B189BF8-6380-EFD8-0428-D30EF04BF109}"/>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1165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731520"/>
            <a:ext cx="2953618" cy="1892808"/>
          </a:xfrm>
        </p:spPr>
        <p:txBody>
          <a:bodyPr anchor="t">
            <a:normAutofit/>
          </a:bodyPr>
          <a:lstStyle>
            <a:lvl1pPr>
              <a:defRPr sz="3200"/>
            </a:lvl1pPr>
          </a:lstStyle>
          <a:p>
            <a:r>
              <a:rPr lang="en-US" dirty="0"/>
              <a:t>Click to edit Master title style</a:t>
            </a:r>
          </a:p>
        </p:txBody>
      </p:sp>
      <p:sp>
        <p:nvSpPr>
          <p:cNvPr id="3" name="Date Placeholder 2">
            <a:extLst>
              <a:ext uri="{FF2B5EF4-FFF2-40B4-BE49-F238E27FC236}">
                <a16:creationId xmlns:a16="http://schemas.microsoft.com/office/drawing/2014/main" id="{2A61AA82-C169-BE38-29A6-B58CE0828F14}"/>
              </a:ext>
            </a:extLst>
          </p:cNvPr>
          <p:cNvSpPr>
            <a:spLocks noGrp="1"/>
          </p:cNvSpPr>
          <p:nvPr>
            <p:ph type="dt" sz="half" idx="15"/>
          </p:nvPr>
        </p:nvSpPr>
        <p:spPr/>
        <p:txBody>
          <a:bodyPr/>
          <a:lstStyle/>
          <a:p>
            <a:fld id="{D3CE3C4F-0F80-AC4E-AA58-72E64271713D}" type="datetime1">
              <a:rPr lang="en-US" smtClean="0"/>
              <a:t>9/24/2026</a:t>
            </a:fld>
            <a:endParaRPr lang="en-US" dirty="0"/>
          </a:p>
        </p:txBody>
      </p:sp>
      <p:sp>
        <p:nvSpPr>
          <p:cNvPr id="4" name="Footer Placeholder 3">
            <a:extLst>
              <a:ext uri="{FF2B5EF4-FFF2-40B4-BE49-F238E27FC236}">
                <a16:creationId xmlns:a16="http://schemas.microsoft.com/office/drawing/2014/main" id="{AFD8DE68-B20B-7DB9-181E-61F633A433FD}"/>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E47759C8-BEA2-2884-535E-DB5EFDF600C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731520"/>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293002"/>
            <a:ext cx="12192000" cy="3564997"/>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4D97EF48-BD94-5DFA-36B7-B8F67892EA8E}"/>
              </a:ext>
            </a:extLst>
          </p:cNvPr>
          <p:cNvGrpSpPr/>
          <p:nvPr userDrawn="1"/>
        </p:nvGrpSpPr>
        <p:grpSpPr>
          <a:xfrm>
            <a:off x="1524" y="3062546"/>
            <a:ext cx="12190476" cy="230457"/>
            <a:chOff x="1524" y="486404"/>
            <a:chExt cx="12190476" cy="230457"/>
          </a:xfrm>
        </p:grpSpPr>
        <p:cxnSp>
          <p:nvCxnSpPr>
            <p:cNvPr id="6" name="Straight Connector 5">
              <a:extLst>
                <a:ext uri="{FF2B5EF4-FFF2-40B4-BE49-F238E27FC236}">
                  <a16:creationId xmlns:a16="http://schemas.microsoft.com/office/drawing/2014/main" id="{441B9D92-A574-8565-DDB3-8F0EB9A1E694}"/>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5F9A2F5-E50A-C6D3-77FB-2D71755BFEDD}"/>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2601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111500"/>
            <a:ext cx="10972802" cy="970463"/>
          </a:xfrm>
        </p:spPr>
        <p:txBody>
          <a:bodyPr anchor="ct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4C4AD5-8F1C-044F-83F2-1AB471B11726}"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419862"/>
            <a:ext cx="6262288" cy="3834634"/>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2116665"/>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56234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09360"/>
            <a:ext cx="1371600" cy="365760"/>
          </a:xfrm>
        </p:spPr>
        <p:txBody>
          <a:bodyPr/>
          <a:lstStyle/>
          <a:p>
            <a:fld id="{E61C2A3D-65D3-8945-A127-64FDB177BE9F}"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60134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029200" y="6309360"/>
            <a:ext cx="1371600" cy="365760"/>
          </a:xfrm>
        </p:spPr>
        <p:txBody>
          <a:bodyPr/>
          <a:lstStyle/>
          <a:p>
            <a:fld id="{E816DA63-B925-2449-B364-722E4572D80A}"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04299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4377969-578A-3044-99E3-8EA6F116B67F}"/>
              </a:ext>
            </a:extLst>
          </p:cNvPr>
          <p:cNvGrpSpPr/>
          <p:nvPr userDrawn="1"/>
        </p:nvGrpSpPr>
        <p:grpSpPr>
          <a:xfrm>
            <a:off x="1524" y="0"/>
            <a:ext cx="12190476" cy="6858000"/>
            <a:chOff x="1524" y="0"/>
            <a:chExt cx="12190476" cy="6858000"/>
          </a:xfrm>
        </p:grpSpPr>
        <p:cxnSp>
          <p:nvCxnSpPr>
            <p:cNvPr id="13" name="Straight Connector 12">
              <a:extLst>
                <a:ext uri="{FF2B5EF4-FFF2-40B4-BE49-F238E27FC236}">
                  <a16:creationId xmlns:a16="http://schemas.microsoft.com/office/drawing/2014/main" id="{F7AD1842-8379-12E0-533A-0EA98BFD181E}"/>
                </a:ext>
              </a:extLst>
            </p:cNvPr>
            <p:cNvCxnSpPr>
              <a:cxnSpLocks/>
            </p:cNvCxnSpPr>
            <p:nvPr/>
          </p:nvCxnSpPr>
          <p:spPr>
            <a:xfrm>
              <a:off x="3048" y="138605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2876C6E-D8A0-48C5-6CEA-CCB62001195B}"/>
                </a:ext>
              </a:extLst>
            </p:cNvPr>
            <p:cNvCxnSpPr>
              <a:cxnSpLocks/>
            </p:cNvCxnSpPr>
            <p:nvPr/>
          </p:nvCxnSpPr>
          <p:spPr>
            <a:xfrm>
              <a:off x="1524" y="161650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3B94D4-25D3-9D42-853F-7BA1819A9995}"/>
                </a:ext>
              </a:extLst>
            </p:cNvPr>
            <p:cNvCxnSpPr>
              <a:cxnSpLocks/>
            </p:cNvCxnSpPr>
            <p:nvPr/>
          </p:nvCxnSpPr>
          <p:spPr>
            <a:xfrm>
              <a:off x="8121159" y="5225545"/>
              <a:ext cx="40708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79F06DC-4DAD-401F-D80C-28C8AF513C85}"/>
                </a:ext>
              </a:extLst>
            </p:cNvPr>
            <p:cNvCxnSpPr>
              <a:cxnSpLocks/>
            </p:cNvCxnSpPr>
            <p:nvPr/>
          </p:nvCxnSpPr>
          <p:spPr>
            <a:xfrm>
              <a:off x="8120650" y="5456002"/>
              <a:ext cx="40708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FCBF433-8664-25AC-9007-E9988DE6BC38}"/>
                </a:ext>
              </a:extLst>
            </p:cNvPr>
            <p:cNvCxnSpPr/>
            <p:nvPr/>
          </p:nvCxnSpPr>
          <p:spPr>
            <a:xfrm>
              <a:off x="812635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6344" y="1828800"/>
            <a:ext cx="6292533" cy="1527048"/>
          </a:xfrm>
        </p:spPr>
        <p:txBody>
          <a:bodyPr anchor="b">
            <a:normAutofit/>
          </a:bodyPr>
          <a:lstStyle>
            <a:lvl1pPr>
              <a:defRPr sz="44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501E9478-EC4E-22FA-F9CC-D733F0B9370D}"/>
              </a:ext>
            </a:extLst>
          </p:cNvPr>
          <p:cNvSpPr>
            <a:spLocks noGrp="1"/>
          </p:cNvSpPr>
          <p:nvPr>
            <p:ph type="dt" sz="half" idx="15"/>
          </p:nvPr>
        </p:nvSpPr>
        <p:spPr/>
        <p:txBody>
          <a:bodyPr/>
          <a:lstStyle/>
          <a:p>
            <a:fld id="{C7F52567-8570-6C44-9BA2-689163175DC8}" type="datetime1">
              <a:rPr lang="en-US" smtClean="0"/>
              <a:t>9/24/2026</a:t>
            </a:fld>
            <a:endParaRPr lang="en-US" dirty="0"/>
          </a:p>
        </p:txBody>
      </p:sp>
      <p:sp>
        <p:nvSpPr>
          <p:cNvPr id="6" name="Footer Placeholder 5">
            <a:extLst>
              <a:ext uri="{FF2B5EF4-FFF2-40B4-BE49-F238E27FC236}">
                <a16:creationId xmlns:a16="http://schemas.microsoft.com/office/drawing/2014/main" id="{57510537-2782-FB58-9F28-3FD8CF8E9F62}"/>
              </a:ext>
            </a:extLst>
          </p:cNvPr>
          <p:cNvSpPr>
            <a:spLocks noGrp="1"/>
          </p:cNvSpPr>
          <p:nvPr>
            <p:ph type="ftr" sz="quarter" idx="16"/>
          </p:nvPr>
        </p:nvSpPr>
        <p:spPr/>
        <p:txBody>
          <a:bodyPr/>
          <a:lstStyle/>
          <a:p>
            <a:endParaRPr lang="en-US" dirty="0"/>
          </a:p>
        </p:txBody>
      </p:sp>
      <p:sp>
        <p:nvSpPr>
          <p:cNvPr id="7" name="Slide Number Placeholder 6">
            <a:extLst>
              <a:ext uri="{FF2B5EF4-FFF2-40B4-BE49-F238E27FC236}">
                <a16:creationId xmlns:a16="http://schemas.microsoft.com/office/drawing/2014/main" id="{D0AE5085-F9C6-78E4-7772-43209526D606}"/>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74781" y="3474719"/>
            <a:ext cx="6383974"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p:nvPr>
        </p:nvSpPr>
        <p:spPr>
          <a:xfrm>
            <a:off x="8132064" y="1615439"/>
            <a:ext cx="4059936" cy="3606985"/>
          </a:xfrm>
          <a:blipFill dpi="0" rotWithShape="1">
            <a:blip r:embed="rId2" cstate="screen">
              <a:alphaModFix amt="60000"/>
              <a:extLst>
                <a:ext uri="{28A0092B-C50C-407E-A947-70E740481C1C}">
                  <a14:useLocalDpi xmlns:a14="http://schemas.microsoft.com/office/drawing/2010/main"/>
                </a:ext>
              </a:extLst>
            </a:blip>
            <a:srcRect/>
            <a:stretch>
              <a:fillRect t="30"/>
            </a:stretch>
          </a:blipFill>
        </p:spPr>
        <p:txBody>
          <a:bodyPr/>
          <a:lstStyle/>
          <a:p>
            <a:r>
              <a:rPr lang="en-US" dirty="0"/>
              <a:t>Click icon to add picture</a:t>
            </a:r>
          </a:p>
        </p:txBody>
      </p:sp>
    </p:spTree>
    <p:extLst>
      <p:ext uri="{BB962C8B-B14F-4D97-AF65-F5344CB8AC3E}">
        <p14:creationId xmlns:p14="http://schemas.microsoft.com/office/powerpoint/2010/main" val="17598435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A65721-D9B5-3BE2-6460-9C2878922040}"/>
              </a:ext>
            </a:extLst>
          </p:cNvPr>
          <p:cNvGrpSpPr/>
          <p:nvPr userDrawn="1"/>
        </p:nvGrpSpPr>
        <p:grpSpPr>
          <a:xfrm>
            <a:off x="1524" y="0"/>
            <a:ext cx="12190476" cy="4493520"/>
            <a:chOff x="1524" y="0"/>
            <a:chExt cx="12190476" cy="4493520"/>
          </a:xfrm>
        </p:grpSpPr>
        <p:cxnSp>
          <p:nvCxnSpPr>
            <p:cNvPr id="13" name="Straight Connector 12">
              <a:extLst>
                <a:ext uri="{FF2B5EF4-FFF2-40B4-BE49-F238E27FC236}">
                  <a16:creationId xmlns:a16="http://schemas.microsoft.com/office/drawing/2014/main" id="{A4E0B240-979E-FA1C-833D-9030AD31D1E9}"/>
                </a:ext>
              </a:extLst>
            </p:cNvPr>
            <p:cNvCxnSpPr>
              <a:cxnSpLocks/>
            </p:cNvCxnSpPr>
            <p:nvPr/>
          </p:nvCxnSpPr>
          <p:spPr>
            <a:xfrm>
              <a:off x="3048" y="4263063"/>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1FA7B-6DD0-5D50-12F1-C349D0BBCF88}"/>
                </a:ext>
              </a:extLst>
            </p:cNvPr>
            <p:cNvCxnSpPr>
              <a:cxnSpLocks/>
            </p:cNvCxnSpPr>
            <p:nvPr/>
          </p:nvCxnSpPr>
          <p:spPr>
            <a:xfrm>
              <a:off x="1524" y="449352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F28047-4BC7-8178-E223-C9CBB4659519}"/>
                </a:ext>
              </a:extLst>
            </p:cNvPr>
            <p:cNvCxnSpPr>
              <a:cxnSpLocks/>
            </p:cNvCxnSpPr>
            <p:nvPr/>
          </p:nvCxnSpPr>
          <p:spPr>
            <a:xfrm>
              <a:off x="4050792" y="0"/>
              <a:ext cx="0" cy="42568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18" y="591564"/>
            <a:ext cx="3158356" cy="3068913"/>
          </a:xfrm>
        </p:spPr>
        <p:txBody>
          <a:bodyPr anchor="ctr" anchorCtr="0">
            <a:noAutofit/>
          </a:bodyPr>
          <a:lstStyle>
            <a:lvl1pPr algn="ctr">
              <a:defRPr sz="4400"/>
            </a:lvl1pPr>
          </a:lstStyle>
          <a:p>
            <a:r>
              <a:rPr lang="en-US" dirty="0"/>
              <a:t>Click to edit Master title style</a:t>
            </a:r>
          </a:p>
        </p:txBody>
      </p:sp>
      <p:sp>
        <p:nvSpPr>
          <p:cNvPr id="4" name="Date Placeholder 3">
            <a:extLst>
              <a:ext uri="{FF2B5EF4-FFF2-40B4-BE49-F238E27FC236}">
                <a16:creationId xmlns:a16="http://schemas.microsoft.com/office/drawing/2014/main" id="{AD96CDC3-30E5-67DB-5587-FFD6AF5A9583}"/>
              </a:ext>
            </a:extLst>
          </p:cNvPr>
          <p:cNvSpPr>
            <a:spLocks noGrp="1"/>
          </p:cNvSpPr>
          <p:nvPr>
            <p:ph type="dt" sz="half" idx="15"/>
          </p:nvPr>
        </p:nvSpPr>
        <p:spPr/>
        <p:txBody>
          <a:bodyPr/>
          <a:lstStyle/>
          <a:p>
            <a:fld id="{D16B9168-F6EC-AA44-B1F6-76306FA4BF2D}" type="datetime1">
              <a:rPr lang="en-US" smtClean="0"/>
              <a:t>9/24/2026</a:t>
            </a:fld>
            <a:endParaRPr lang="en-US" dirty="0"/>
          </a:p>
        </p:txBody>
      </p:sp>
      <p:sp>
        <p:nvSpPr>
          <p:cNvPr id="5" name="Footer Placeholder 4">
            <a:extLst>
              <a:ext uri="{FF2B5EF4-FFF2-40B4-BE49-F238E27FC236}">
                <a16:creationId xmlns:a16="http://schemas.microsoft.com/office/drawing/2014/main" id="{C5701A79-864C-0860-E407-A07E073A2F2B}"/>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72EF9F37-1A63-6296-7E1D-5BDA41CB10B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50391" y="591563"/>
            <a:ext cx="6742010" cy="3068905"/>
          </a:xfrm>
        </p:spPr>
        <p:txBody>
          <a:bodyPr anchor="ctr" anchorCtr="0">
            <a:norm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4504544"/>
            <a:ext cx="12192000" cy="235345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Tree>
    <p:extLst>
      <p:ext uri="{BB962C8B-B14F-4D97-AF65-F5344CB8AC3E}">
        <p14:creationId xmlns:p14="http://schemas.microsoft.com/office/powerpoint/2010/main" val="20364908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22049" y="5628925"/>
            <a:ext cx="10826495" cy="910416"/>
          </a:xfrm>
        </p:spPr>
        <p:txBody>
          <a:bodyPr>
            <a:normAutofit/>
          </a:bodyPr>
          <a:lstStyle>
            <a:lvl1pPr>
              <a:lnSpc>
                <a:spcPct val="120000"/>
              </a:lnSpc>
              <a:defRPr sz="2800" b="0">
                <a:solidFill>
                  <a:schemeClr val="tx1"/>
                </a:solidFill>
                <a:latin typeface="+mn-lt"/>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21208" y="182880"/>
            <a:ext cx="429207" cy="365125"/>
          </a:xfrm>
        </p:spPr>
        <p:txBody>
          <a:bodyPr/>
          <a:lstStyle>
            <a:lvl1pPr algn="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78408" y="182880"/>
            <a:ext cx="2805405" cy="365125"/>
          </a:xfrm>
        </p:spPr>
        <p:txBody>
          <a:bodyPr/>
          <a:lstStyle>
            <a:lvl1pPr algn="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241280" y="182880"/>
            <a:ext cx="1371600" cy="365760"/>
          </a:xfrm>
        </p:spPr>
        <p:txBody>
          <a:bodyPr/>
          <a:lstStyle/>
          <a:p>
            <a:fld id="{23E50FD4-EFCB-974E-B2DD-5523215BAC65}" type="datetime1">
              <a:rPr lang="en-US" smtClean="0"/>
              <a:t>9/24/2026</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23917" y="1280791"/>
            <a:ext cx="10826496" cy="4334256"/>
          </a:xfrm>
        </p:spPr>
        <p:txBody>
          <a:bodyPr anchor="b">
            <a:normAutofit/>
          </a:bodyPr>
          <a:lstStyle>
            <a:lvl1pPr marL="0" indent="0">
              <a:lnSpc>
                <a:spcPct val="90000"/>
              </a:lnSpc>
              <a:spcBef>
                <a:spcPts val="0"/>
              </a:spcBef>
              <a:buNone/>
              <a:defRPr sz="21500" b="0">
                <a:solidFill>
                  <a:schemeClr val="tx1"/>
                </a:solidFill>
                <a:latin typeface="+mj-lt"/>
              </a:defRPr>
            </a:lvl1pPr>
          </a:lstStyle>
          <a:p>
            <a:pPr lvl="0"/>
            <a:r>
              <a:rPr lang="en-US" dirty="0"/>
              <a:t>##%</a:t>
            </a:r>
          </a:p>
        </p:txBody>
      </p:sp>
      <p:grpSp>
        <p:nvGrpSpPr>
          <p:cNvPr id="6" name="Group 5">
            <a:extLst>
              <a:ext uri="{FF2B5EF4-FFF2-40B4-BE49-F238E27FC236}">
                <a16:creationId xmlns:a16="http://schemas.microsoft.com/office/drawing/2014/main" id="{815C73EA-68F7-286D-7C59-C6A4A90C3636}"/>
              </a:ext>
            </a:extLst>
          </p:cNvPr>
          <p:cNvGrpSpPr/>
          <p:nvPr userDrawn="1"/>
        </p:nvGrpSpPr>
        <p:grpSpPr>
          <a:xfrm>
            <a:off x="1524" y="1362456"/>
            <a:ext cx="12190476" cy="230457"/>
            <a:chOff x="1524" y="486404"/>
            <a:chExt cx="12190476" cy="230457"/>
          </a:xfrm>
        </p:grpSpPr>
        <p:cxnSp>
          <p:nvCxnSpPr>
            <p:cNvPr id="8" name="Straight Connector 7">
              <a:extLst>
                <a:ext uri="{FF2B5EF4-FFF2-40B4-BE49-F238E27FC236}">
                  <a16:creationId xmlns:a16="http://schemas.microsoft.com/office/drawing/2014/main" id="{942D11FF-C277-62FB-F980-145F901A2E4F}"/>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A5D67-2BA6-BB7C-9CF6-04747139635D}"/>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13481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230368"/>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6" name="Date Placeholder 5">
            <a:extLst>
              <a:ext uri="{FF2B5EF4-FFF2-40B4-BE49-F238E27FC236}">
                <a16:creationId xmlns:a16="http://schemas.microsoft.com/office/drawing/2014/main" id="{817BBDC7-963A-E3DB-D9D5-DD9AAD4FEE72}"/>
              </a:ext>
            </a:extLst>
          </p:cNvPr>
          <p:cNvSpPr>
            <a:spLocks noGrp="1"/>
          </p:cNvSpPr>
          <p:nvPr>
            <p:ph type="dt" sz="half" idx="14"/>
          </p:nvPr>
        </p:nvSpPr>
        <p:spPr/>
        <p:txBody>
          <a:bodyPr/>
          <a:lstStyle/>
          <a:p>
            <a:fld id="{D16B9168-F6EC-AA44-B1F6-76306FA4BF2D}" type="datetime1">
              <a:rPr lang="en-US" smtClean="0"/>
              <a:t>9/24/2026</a:t>
            </a:fld>
            <a:endParaRPr lang="en-US" dirty="0"/>
          </a:p>
        </p:txBody>
      </p:sp>
      <p:sp>
        <p:nvSpPr>
          <p:cNvPr id="8" name="Footer Placeholder 7">
            <a:extLst>
              <a:ext uri="{FF2B5EF4-FFF2-40B4-BE49-F238E27FC236}">
                <a16:creationId xmlns:a16="http://schemas.microsoft.com/office/drawing/2014/main" id="{011C7C81-7664-8BC0-13CA-172BEB1B3BCB}"/>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91E20763-4AEF-109E-06F3-5B039E246CE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170431"/>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grpSp>
        <p:nvGrpSpPr>
          <p:cNvPr id="3" name="Group 2">
            <a:extLst>
              <a:ext uri="{FF2B5EF4-FFF2-40B4-BE49-F238E27FC236}">
                <a16:creationId xmlns:a16="http://schemas.microsoft.com/office/drawing/2014/main" id="{50EDBF81-A305-1402-C591-AC058BD1AE14}"/>
              </a:ext>
            </a:extLst>
          </p:cNvPr>
          <p:cNvGrpSpPr/>
          <p:nvPr userDrawn="1"/>
        </p:nvGrpSpPr>
        <p:grpSpPr>
          <a:xfrm>
            <a:off x="1524" y="1366605"/>
            <a:ext cx="12190476" cy="230457"/>
            <a:chOff x="1524" y="486404"/>
            <a:chExt cx="12190476" cy="230457"/>
          </a:xfrm>
        </p:grpSpPr>
        <p:cxnSp>
          <p:nvCxnSpPr>
            <p:cNvPr id="4" name="Straight Connector 3">
              <a:extLst>
                <a:ext uri="{FF2B5EF4-FFF2-40B4-BE49-F238E27FC236}">
                  <a16:creationId xmlns:a16="http://schemas.microsoft.com/office/drawing/2014/main" id="{7FE7AA46-A342-1022-0FD8-CCBDA033E143}"/>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FD7B6E8-8257-7D9D-2D13-878FFFB520C3}"/>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773414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D55EE59-B66F-A6D5-8C8B-14BA21E0965C}"/>
              </a:ext>
            </a:extLst>
          </p:cNvPr>
          <p:cNvGrpSpPr/>
          <p:nvPr userDrawn="1"/>
        </p:nvGrpSpPr>
        <p:grpSpPr>
          <a:xfrm>
            <a:off x="1524" y="0"/>
            <a:ext cx="12190476" cy="6858000"/>
            <a:chOff x="1524" y="0"/>
            <a:chExt cx="12190476" cy="6858000"/>
          </a:xfrm>
        </p:grpSpPr>
        <p:cxnSp>
          <p:nvCxnSpPr>
            <p:cNvPr id="9" name="Straight Connector 8">
              <a:extLst>
                <a:ext uri="{FF2B5EF4-FFF2-40B4-BE49-F238E27FC236}">
                  <a16:creationId xmlns:a16="http://schemas.microsoft.com/office/drawing/2014/main" id="{162E504F-D4B4-B0EC-FDA1-3A423D47B247}"/>
                </a:ext>
              </a:extLst>
            </p:cNvPr>
            <p:cNvCxnSpPr>
              <a:cxnSpLocks/>
            </p:cNvCxnSpPr>
            <p:nvPr/>
          </p:nvCxnSpPr>
          <p:spPr>
            <a:xfrm>
              <a:off x="3048" y="39319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659CB4-7093-3A08-C99D-6C99354EF45D}"/>
                </a:ext>
              </a:extLst>
            </p:cNvPr>
            <p:cNvCxnSpPr>
              <a:cxnSpLocks/>
            </p:cNvCxnSpPr>
            <p:nvPr/>
          </p:nvCxnSpPr>
          <p:spPr>
            <a:xfrm>
              <a:off x="1524" y="62364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BC16B7-26F5-AE8A-69C4-B52E9D1E16D0}"/>
                </a:ext>
              </a:extLst>
            </p:cNvPr>
            <p:cNvCxnSpPr/>
            <p:nvPr/>
          </p:nvCxnSpPr>
          <p:spPr>
            <a:xfrm>
              <a:off x="4058138"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585716" y="3697602"/>
            <a:ext cx="7525512" cy="1545336"/>
          </a:xfrm>
        </p:spPr>
        <p:txBody>
          <a:bodyPr>
            <a:normAutofit/>
          </a:bodyPr>
          <a:lstStyle>
            <a:lvl1pPr algn="l">
              <a:lnSpc>
                <a:spcPct val="110000"/>
              </a:lnSpc>
              <a:defRPr sz="2800" b="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66928" y="1313925"/>
            <a:ext cx="1371600" cy="365760"/>
          </a:xfrm>
        </p:spPr>
        <p:txBody>
          <a:bodyPr/>
          <a:lstStyle/>
          <a:p>
            <a:fld id="{1595A37D-65ED-114E-8FC3-F225419ED192}" type="datetime1">
              <a:rPr lang="en-US" smtClean="0"/>
              <a:t>9/24/2026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66928" y="6309360"/>
            <a:ext cx="429207" cy="365125"/>
          </a:xfrm>
        </p:spPr>
        <p:txBody>
          <a:bodyPr/>
          <a:lstStyle/>
          <a:p>
            <a:pPr algn="l"/>
            <a:fld id="{CC057153-B650-4DEB-B370-79DDCFDCE934}" type="slidenum">
              <a:rPr lang="en-US" smtClean="0"/>
              <a:pPr algn="l"/>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024130" y="6309360"/>
            <a:ext cx="2805405" cy="365125"/>
          </a:xfrm>
        </p:spPr>
        <p:txBody>
          <a:bodyPr/>
          <a:lstStyle>
            <a:lvl1pPr algn="l">
              <a:defRPr/>
            </a:lvl1pPr>
          </a:lstStyle>
          <a:p>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585716" y="735414"/>
            <a:ext cx="7603234" cy="3074657"/>
          </a:xfrm>
        </p:spPr>
        <p:txBody>
          <a:bodyPr anchor="b">
            <a:normAutofit/>
          </a:bodyPr>
          <a:lstStyle>
            <a:lvl1pPr marL="0" indent="0" algn="l">
              <a:lnSpc>
                <a:spcPct val="90000"/>
              </a:lnSpc>
              <a:buNone/>
              <a:defRPr sz="18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651371444"/>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362A7CE-13AD-5FEE-FA58-0D3441B3B327}"/>
              </a:ext>
            </a:extLst>
          </p:cNvPr>
          <p:cNvGrpSpPr/>
          <p:nvPr userDrawn="1"/>
        </p:nvGrpSpPr>
        <p:grpSpPr>
          <a:xfrm>
            <a:off x="1524" y="0"/>
            <a:ext cx="12190476" cy="6858000"/>
            <a:chOff x="1524" y="0"/>
            <a:chExt cx="12190476" cy="6858000"/>
          </a:xfrm>
        </p:grpSpPr>
        <p:cxnSp>
          <p:nvCxnSpPr>
            <p:cNvPr id="9" name="Straight Connector 8">
              <a:extLst>
                <a:ext uri="{FF2B5EF4-FFF2-40B4-BE49-F238E27FC236}">
                  <a16:creationId xmlns:a16="http://schemas.microsoft.com/office/drawing/2014/main" id="{162E504F-D4B4-B0EC-FDA1-3A423D47B247}"/>
                </a:ext>
              </a:extLst>
            </p:cNvPr>
            <p:cNvCxnSpPr>
              <a:cxnSpLocks/>
            </p:cNvCxnSpPr>
            <p:nvPr/>
          </p:nvCxnSpPr>
          <p:spPr>
            <a:xfrm>
              <a:off x="3048" y="504958"/>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659CB4-7093-3A08-C99D-6C99354EF45D}"/>
                </a:ext>
              </a:extLst>
            </p:cNvPr>
            <p:cNvCxnSpPr>
              <a:cxnSpLocks/>
            </p:cNvCxnSpPr>
            <p:nvPr/>
          </p:nvCxnSpPr>
          <p:spPr>
            <a:xfrm>
              <a:off x="1524" y="73541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31EB0A0-A7CC-8504-4177-65CD804A8448}"/>
                </a:ext>
              </a:extLst>
            </p:cNvPr>
            <p:cNvCxnSpPr/>
            <p:nvPr/>
          </p:nvCxnSpPr>
          <p:spPr>
            <a:xfrm>
              <a:off x="8107629"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68883" y="4122144"/>
            <a:ext cx="7525512" cy="1545336"/>
          </a:xfrm>
        </p:spPr>
        <p:txBody>
          <a:bodyPr>
            <a:normAutofit/>
          </a:bodyPr>
          <a:lstStyle>
            <a:lvl1pPr algn="l">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68883" y="28374"/>
            <a:ext cx="10543032" cy="4206240"/>
          </a:xfrm>
        </p:spPr>
        <p:txBody>
          <a:bodyPr anchor="b">
            <a:normAutofit/>
          </a:bodyPr>
          <a:lstStyle>
            <a:lvl1pPr marL="0" indent="0" algn="l">
              <a:lnSpc>
                <a:spcPct val="90000"/>
              </a:lnSpc>
              <a:buNone/>
              <a:defRPr sz="188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584271" y="1313925"/>
            <a:ext cx="1371600" cy="365760"/>
          </a:xfrm>
        </p:spPr>
        <p:txBody>
          <a:bodyPr/>
          <a:lstStyle/>
          <a:p>
            <a:fld id="{93B8BCF5-A830-B246-A761-733CD2DDC555}" type="datetime1">
              <a:rPr lang="en-US" smtClean="0"/>
              <a:t>9/24/2026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584271" y="6309360"/>
            <a:ext cx="429207" cy="365125"/>
          </a:xfrm>
        </p:spPr>
        <p:txBody>
          <a:bodyPr/>
          <a:lstStyle/>
          <a:p>
            <a:pPr algn="l"/>
            <a:fld id="{CC057153-B650-4DEB-B370-79DDCFDCE934}" type="slidenum">
              <a:rPr lang="en-US" smtClean="0"/>
              <a:pPr algn="l"/>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041473" y="6309360"/>
            <a:ext cx="2805405" cy="365125"/>
          </a:xfrm>
        </p:spPr>
        <p:txBody>
          <a:bodyPr/>
          <a:lstStyle>
            <a:lvl1pPr algn="l">
              <a:defRPr/>
            </a:lvl1pPr>
          </a:lstStyle>
          <a:p>
            <a:endParaRPr lang="en-US" dirty="0"/>
          </a:p>
        </p:txBody>
      </p:sp>
    </p:spTree>
    <p:extLst>
      <p:ext uri="{BB962C8B-B14F-4D97-AF65-F5344CB8AC3E}">
        <p14:creationId xmlns:p14="http://schemas.microsoft.com/office/powerpoint/2010/main" val="291190863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E823EC-8489-32EA-5F8D-8414E009B5BD}"/>
              </a:ext>
            </a:extLst>
          </p:cNvPr>
          <p:cNvGrpSpPr/>
          <p:nvPr userDrawn="1"/>
        </p:nvGrpSpPr>
        <p:grpSpPr>
          <a:xfrm>
            <a:off x="762" y="-1"/>
            <a:ext cx="12191238" cy="6858001"/>
            <a:chOff x="762" y="-1"/>
            <a:chExt cx="12191238" cy="6858001"/>
          </a:xfrm>
        </p:grpSpPr>
        <p:cxnSp>
          <p:nvCxnSpPr>
            <p:cNvPr id="13" name="Straight Connector 12">
              <a:extLst>
                <a:ext uri="{FF2B5EF4-FFF2-40B4-BE49-F238E27FC236}">
                  <a16:creationId xmlns:a16="http://schemas.microsoft.com/office/drawing/2014/main" id="{E24CBB51-9ABE-113B-6E8C-AD0CDD7F31AE}"/>
                </a:ext>
              </a:extLst>
            </p:cNvPr>
            <p:cNvCxnSpPr>
              <a:cxnSpLocks/>
            </p:cNvCxnSpPr>
            <p:nvPr/>
          </p:nvCxnSpPr>
          <p:spPr>
            <a:xfrm>
              <a:off x="2286" y="5789709"/>
              <a:ext cx="1218895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4689A19-D78D-952D-102D-0F52A3D8B5E4}"/>
                </a:ext>
              </a:extLst>
            </p:cNvPr>
            <p:cNvCxnSpPr>
              <a:cxnSpLocks/>
            </p:cNvCxnSpPr>
            <p:nvPr/>
          </p:nvCxnSpPr>
          <p:spPr>
            <a:xfrm>
              <a:off x="762" y="6020166"/>
              <a:ext cx="1218895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1C9DBFA-8B2B-A34F-4E08-4CF748F83A85}"/>
                </a:ext>
              </a:extLst>
            </p:cNvPr>
            <p:cNvCxnSpPr>
              <a:cxnSpLocks/>
            </p:cNvCxnSpPr>
            <p:nvPr userDrawn="1"/>
          </p:nvCxnSpPr>
          <p:spPr>
            <a:xfrm>
              <a:off x="3048" y="204975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1A5455-1C4E-10D5-1402-FDCB1F1FB789}"/>
                </a:ext>
              </a:extLst>
            </p:cNvPr>
            <p:cNvCxnSpPr>
              <a:cxnSpLocks/>
            </p:cNvCxnSpPr>
            <p:nvPr userDrawn="1"/>
          </p:nvCxnSpPr>
          <p:spPr>
            <a:xfrm>
              <a:off x="1524" y="228021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47B84F-8610-F6F6-F74D-B1627389377D}"/>
                </a:ext>
              </a:extLst>
            </p:cNvPr>
            <p:cNvCxnSpPr/>
            <p:nvPr/>
          </p:nvCxnSpPr>
          <p:spPr>
            <a:xfrm>
              <a:off x="406255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731364" y="2910341"/>
            <a:ext cx="6890703" cy="2271985"/>
          </a:xfrm>
        </p:spPr>
        <p:txBody>
          <a:bodyPr anchor="ctr" anchorCtr="0">
            <a:normAutofit/>
          </a:bodyPr>
          <a:lstStyle>
            <a:lvl1pPr>
              <a:lnSpc>
                <a:spcPct val="120000"/>
              </a:lnSpc>
              <a:defRPr sz="2800" b="0">
                <a:solidFill>
                  <a:schemeClr val="tx1"/>
                </a:solidFill>
                <a:latin typeface="+mn-lt"/>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21742" y="182880"/>
            <a:ext cx="429207" cy="365125"/>
          </a:xfrm>
        </p:spPr>
        <p:txBody>
          <a:bodyPr/>
          <a:lstStyle>
            <a:lvl1pPr algn="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78942" y="182880"/>
            <a:ext cx="2805405" cy="365125"/>
          </a:xfrm>
        </p:spPr>
        <p:txBody>
          <a:bodyPr/>
          <a:lstStyle>
            <a:lvl1pPr algn="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241280" y="182880"/>
            <a:ext cx="1371600" cy="365760"/>
          </a:xfrm>
        </p:spPr>
        <p:txBody>
          <a:bodyPr/>
          <a:lstStyle/>
          <a:p>
            <a:fld id="{D9E2AEEA-8DAA-A54C-8566-EFF7C409754A}" type="datetime1">
              <a:rPr lang="en-US" smtClean="0"/>
              <a:t>9/24/2026</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14902" y="2910341"/>
            <a:ext cx="2878830" cy="2271992"/>
          </a:xfrm>
        </p:spPr>
        <p:txBody>
          <a:bodyPr anchor="ctr" anchorCtr="0">
            <a:normAutofit/>
          </a:bodyPr>
          <a:lstStyle>
            <a:lvl1pPr marL="0" indent="0" algn="ctr">
              <a:lnSpc>
                <a:spcPct val="90000"/>
              </a:lnSpc>
              <a:spcBef>
                <a:spcPts val="0"/>
              </a:spcBef>
              <a:buNone/>
              <a:defRPr sz="105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4549129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84AE9A-E1FE-B260-0209-F7A4BCE2ECD5}"/>
              </a:ext>
            </a:extLst>
          </p:cNvPr>
          <p:cNvGrpSpPr/>
          <p:nvPr userDrawn="1"/>
        </p:nvGrpSpPr>
        <p:grpSpPr>
          <a:xfrm>
            <a:off x="-20977" y="486404"/>
            <a:ext cx="12212977" cy="5885192"/>
            <a:chOff x="-20977" y="486404"/>
            <a:chExt cx="12212977" cy="5885192"/>
          </a:xfrm>
        </p:grpSpPr>
        <p:cxnSp>
          <p:nvCxnSpPr>
            <p:cNvPr id="8" name="Straight Connector 7">
              <a:extLst>
                <a:ext uri="{FF2B5EF4-FFF2-40B4-BE49-F238E27FC236}">
                  <a16:creationId xmlns:a16="http://schemas.microsoft.com/office/drawing/2014/main" id="{D4EC8CD4-F749-4794-DD29-B3F57822DEB6}"/>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257A55-A75B-A688-F95E-03F34F9772AD}"/>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E8D13EC-2BC3-5093-97AC-927791EEA31B}"/>
                </a:ext>
              </a:extLst>
            </p:cNvPr>
            <p:cNvCxnSpPr>
              <a:cxnSpLocks/>
            </p:cNvCxnSpPr>
            <p:nvPr/>
          </p:nvCxnSpPr>
          <p:spPr>
            <a:xfrm>
              <a:off x="-19453" y="614113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89169A-38DE-8903-97EB-3CA6FE5BC931}"/>
                </a:ext>
              </a:extLst>
            </p:cNvPr>
            <p:cNvCxnSpPr>
              <a:cxnSpLocks/>
            </p:cNvCxnSpPr>
            <p:nvPr/>
          </p:nvCxnSpPr>
          <p:spPr>
            <a:xfrm>
              <a:off x="-20977" y="6371596"/>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oAutofit/>
          </a:bodyPr>
          <a:lstStyle>
            <a:lvl1pPr marL="0" indent="0" algn="ctr">
              <a:lnSpc>
                <a:spcPct val="100000"/>
              </a:lnSpc>
              <a:buNone/>
              <a:defRPr sz="4400" b="0">
                <a:latin typeface="+mj-lt"/>
              </a:defRPr>
            </a:lvl1pPr>
            <a:lvl2pPr marL="228600" indent="0" algn="ctr">
              <a:lnSpc>
                <a:spcPct val="100000"/>
              </a:lnSpc>
              <a:buNone/>
              <a:defRPr sz="4000" b="0">
                <a:latin typeface="+mj-lt"/>
              </a:defRPr>
            </a:lvl2pPr>
            <a:lvl3pPr marL="457200" indent="0" algn="ctr">
              <a:lnSpc>
                <a:spcPct val="100000"/>
              </a:lnSpc>
              <a:buNone/>
              <a:defRPr sz="3600" b="0">
                <a:latin typeface="+mj-lt"/>
              </a:defRPr>
            </a:lvl3pPr>
            <a:lvl4pPr marL="685800" indent="0" algn="ctr">
              <a:lnSpc>
                <a:spcPct val="100000"/>
              </a:lnSpc>
              <a:buNone/>
              <a:defRPr sz="3200" b="0">
                <a:latin typeface="+mj-lt"/>
              </a:defRPr>
            </a:lvl4pPr>
            <a:lvl5pPr marL="914400" indent="0" algn="ctr">
              <a:lnSpc>
                <a:spcPct val="100000"/>
              </a:lnSpc>
              <a:buNone/>
              <a:defRPr sz="2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3757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8F27561-8B56-7D4A-9D45-53325F938A9C}" type="datetime1">
              <a:rPr lang="en-US" smtClean="0"/>
              <a:t>9/24/2026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184067"/>
            <a:ext cx="8266176" cy="5605272"/>
          </a:xfrm>
        </p:spPr>
        <p:txBody>
          <a:bodyPr anchor="t">
            <a:noAutofit/>
          </a:bodyPr>
          <a:lstStyle>
            <a:lvl1pPr marL="0" indent="0">
              <a:lnSpc>
                <a:spcPct val="100000"/>
              </a:lnSpc>
              <a:buNone/>
              <a:defRPr sz="4400" b="0">
                <a:latin typeface="+mj-lt"/>
              </a:defRPr>
            </a:lvl1pPr>
            <a:lvl2pPr marL="228600" indent="0">
              <a:lnSpc>
                <a:spcPct val="100000"/>
              </a:lnSpc>
              <a:buNone/>
              <a:defRPr sz="3600" b="0">
                <a:latin typeface="+mj-lt"/>
              </a:defRPr>
            </a:lvl2pPr>
            <a:lvl3pPr marL="457200" indent="0">
              <a:lnSpc>
                <a:spcPct val="100000"/>
              </a:lnSpc>
              <a:buNone/>
              <a:defRPr sz="3200" b="0">
                <a:latin typeface="+mj-lt"/>
              </a:defRPr>
            </a:lvl3pPr>
            <a:lvl4pPr marL="685800" indent="0">
              <a:lnSpc>
                <a:spcPct val="100000"/>
              </a:lnSpc>
              <a:buNone/>
              <a:defRPr sz="2800" b="0">
                <a:latin typeface="+mj-lt"/>
              </a:defRPr>
            </a:lvl4pPr>
            <a:lvl5pPr marL="914400" indent="0">
              <a:lnSpc>
                <a:spcPct val="100000"/>
              </a:lnSpc>
              <a:buNone/>
              <a:defRPr sz="24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295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581400" y="5110256"/>
            <a:ext cx="5029200" cy="548640"/>
          </a:xfrm>
          <a:prstGeom prst="roundRect">
            <a:avLst>
              <a:gd name="adj" fmla="val 50000"/>
            </a:avLst>
          </a:prstGeom>
          <a:ln w="15875">
            <a:solidFill>
              <a:schemeClr val="tx1"/>
            </a:solidFill>
          </a:ln>
        </p:spPr>
        <p:txBody>
          <a:bodyPr anchor="ctr">
            <a:normAutofit/>
          </a:bodyPr>
          <a:lstStyle>
            <a:lvl1pPr algn="ctr">
              <a:lnSpc>
                <a:spcPct val="100000"/>
              </a:lnSpc>
              <a:defRPr sz="180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19934B-D27D-944F-A2F7-A09FCF6E6C41}" type="datetime1">
              <a:rPr lang="en-US" smtClean="0"/>
              <a:t>9/24/2026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278920"/>
            <a:ext cx="9198864" cy="365760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Tree>
    <p:extLst>
      <p:ext uri="{BB962C8B-B14F-4D97-AF65-F5344CB8AC3E}">
        <p14:creationId xmlns:p14="http://schemas.microsoft.com/office/powerpoint/2010/main" val="40225002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4292" y="5267563"/>
            <a:ext cx="9043416" cy="548640"/>
          </a:xfrm>
          <a:prstGeom prst="roundRect">
            <a:avLst>
              <a:gd name="adj" fmla="val 50000"/>
            </a:avLst>
          </a:prstGeom>
          <a:ln w="15875">
            <a:solidFill>
              <a:schemeClr val="tx1"/>
            </a:solidFill>
          </a:ln>
        </p:spPr>
        <p:txBody>
          <a:bodyPr anchor="ctr">
            <a:normAutofit/>
          </a:bodyPr>
          <a:lstStyle>
            <a:lvl1pPr algn="ctr">
              <a:lnSpc>
                <a:spcPct val="100000"/>
              </a:lnSpc>
              <a:defRPr sz="18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90774"/>
            <a:ext cx="9198864" cy="3601387"/>
          </a:xfrm>
        </p:spPr>
        <p:txBody>
          <a:bodyPr anchor="ctr">
            <a:normAutofit/>
          </a:bodyPr>
          <a:lstStyle>
            <a:lvl1pPr marL="164592" indent="-164592" algn="ctr">
              <a:lnSpc>
                <a:spcPct val="100000"/>
              </a:lnSpc>
              <a:spcBef>
                <a:spcPts val="0"/>
              </a:spcBef>
              <a:buNone/>
              <a:defRPr sz="44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66928" y="6309360"/>
            <a:ext cx="1371600" cy="365760"/>
          </a:xfrm>
        </p:spPr>
        <p:txBody>
          <a:bodyPr/>
          <a:lstStyle/>
          <a:p>
            <a:fld id="{1FD22486-8423-2C44-89AB-B87B16F989B7}" type="datetime1">
              <a:rPr lang="en-US" smtClean="0"/>
              <a:t>9/24/2026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437249" y="6309360"/>
            <a:ext cx="2805405" cy="365125"/>
          </a:xfrm>
        </p:spPr>
        <p:txBody>
          <a:bodyPr/>
          <a:lstStyle/>
          <a:p>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grpSp>
        <p:nvGrpSpPr>
          <p:cNvPr id="6" name="Group 5">
            <a:extLst>
              <a:ext uri="{FF2B5EF4-FFF2-40B4-BE49-F238E27FC236}">
                <a16:creationId xmlns:a16="http://schemas.microsoft.com/office/drawing/2014/main" id="{E7F136C3-7EC3-9A8C-7905-FCAC979CA36A}"/>
              </a:ext>
            </a:extLst>
          </p:cNvPr>
          <p:cNvGrpSpPr/>
          <p:nvPr userDrawn="1"/>
        </p:nvGrpSpPr>
        <p:grpSpPr>
          <a:xfrm>
            <a:off x="1524" y="393192"/>
            <a:ext cx="12190476" cy="230457"/>
            <a:chOff x="1524" y="486404"/>
            <a:chExt cx="12190476" cy="230457"/>
          </a:xfrm>
        </p:grpSpPr>
        <p:cxnSp>
          <p:nvCxnSpPr>
            <p:cNvPr id="11" name="Straight Connector 10">
              <a:extLst>
                <a:ext uri="{FF2B5EF4-FFF2-40B4-BE49-F238E27FC236}">
                  <a16:creationId xmlns:a16="http://schemas.microsoft.com/office/drawing/2014/main" id="{11C98BDF-7F97-BA6B-9AA3-79C4C4E3B570}"/>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F752DBB-0B82-C2E5-E6EE-2B7D84F00681}"/>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80533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D0251DA-0EA1-225F-8D19-688C1000DBAD}"/>
              </a:ext>
            </a:extLst>
          </p:cNvPr>
          <p:cNvGrpSpPr/>
          <p:nvPr userDrawn="1"/>
        </p:nvGrpSpPr>
        <p:grpSpPr>
          <a:xfrm>
            <a:off x="762" y="1395119"/>
            <a:ext cx="12191238" cy="4067763"/>
            <a:chOff x="762" y="1395119"/>
            <a:chExt cx="12191238" cy="4067763"/>
          </a:xfrm>
        </p:grpSpPr>
        <p:cxnSp>
          <p:nvCxnSpPr>
            <p:cNvPr id="12" name="Straight Connector 11">
              <a:extLst>
                <a:ext uri="{FF2B5EF4-FFF2-40B4-BE49-F238E27FC236}">
                  <a16:creationId xmlns:a16="http://schemas.microsoft.com/office/drawing/2014/main" id="{EC8F0F89-259A-7D5F-9E52-07123735018F}"/>
                </a:ext>
              </a:extLst>
            </p:cNvPr>
            <p:cNvCxnSpPr>
              <a:cxnSpLocks/>
            </p:cNvCxnSpPr>
            <p:nvPr/>
          </p:nvCxnSpPr>
          <p:spPr>
            <a:xfrm>
              <a:off x="3048" y="139511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2CD90A0-6C73-AB65-B20A-BAD32644A5F2}"/>
                </a:ext>
              </a:extLst>
            </p:cNvPr>
            <p:cNvCxnSpPr>
              <a:cxnSpLocks/>
            </p:cNvCxnSpPr>
            <p:nvPr/>
          </p:nvCxnSpPr>
          <p:spPr>
            <a:xfrm>
              <a:off x="1524" y="1625576"/>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9A98EFE-3BD7-D800-983B-42CE5A97B9B3}"/>
                </a:ext>
              </a:extLst>
            </p:cNvPr>
            <p:cNvCxnSpPr>
              <a:cxnSpLocks/>
            </p:cNvCxnSpPr>
            <p:nvPr/>
          </p:nvCxnSpPr>
          <p:spPr>
            <a:xfrm>
              <a:off x="2286" y="523242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2DF87C7-EF0B-43B1-37A6-37216B523D36}"/>
                </a:ext>
              </a:extLst>
            </p:cNvPr>
            <p:cNvCxnSpPr>
              <a:cxnSpLocks/>
            </p:cNvCxnSpPr>
            <p:nvPr/>
          </p:nvCxnSpPr>
          <p:spPr>
            <a:xfrm>
              <a:off x="762" y="546288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7D9BD67-1776-B01D-02EA-3A9670F45750}"/>
                </a:ext>
              </a:extLst>
            </p:cNvPr>
            <p:cNvCxnSpPr>
              <a:cxnSpLocks/>
            </p:cNvCxnSpPr>
            <p:nvPr/>
          </p:nvCxnSpPr>
          <p:spPr>
            <a:xfrm>
              <a:off x="1168419" y="1625574"/>
              <a:ext cx="0" cy="36068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7775A8-BD4B-8A75-4C08-7CBFEE76BA8E}"/>
                </a:ext>
              </a:extLst>
            </p:cNvPr>
            <p:cNvCxnSpPr>
              <a:cxnSpLocks/>
            </p:cNvCxnSpPr>
            <p:nvPr/>
          </p:nvCxnSpPr>
          <p:spPr>
            <a:xfrm>
              <a:off x="11023581" y="1627632"/>
              <a:ext cx="0" cy="36068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1">
            <a:extLst>
              <a:ext uri="{FF2B5EF4-FFF2-40B4-BE49-F238E27FC236}">
                <a16:creationId xmlns:a16="http://schemas.microsoft.com/office/drawing/2014/main" id="{FE1105A7-4AFC-EF6E-13F2-250ACBC19A8D}"/>
              </a:ext>
            </a:extLst>
          </p:cNvPr>
          <p:cNvSpPr>
            <a:spLocks noGrp="1"/>
          </p:cNvSpPr>
          <p:nvPr>
            <p:ph type="title" hasCustomPrompt="1"/>
          </p:nvPr>
        </p:nvSpPr>
        <p:spPr>
          <a:xfrm>
            <a:off x="1574292" y="5707825"/>
            <a:ext cx="9043416" cy="466344"/>
          </a:xfrm>
          <a:prstGeom prst="rect">
            <a:avLst/>
          </a:prstGeom>
          <a:ln w="15875">
            <a:noFill/>
          </a:ln>
        </p:spPr>
        <p:txBody>
          <a:bodyPr anchor="ctr">
            <a:normAutofit/>
          </a:bodyPr>
          <a:lstStyle>
            <a:lvl1pPr algn="ctr">
              <a:lnSpc>
                <a:spcPct val="100000"/>
              </a:lnSpc>
              <a:defRPr sz="180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D5354EC-538B-EF40-B690-05585CC88731}" type="datetime1">
              <a:rPr lang="en-US" smtClean="0"/>
              <a:t>9/24/2026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635368"/>
            <a:ext cx="8961120" cy="3606845"/>
          </a:xfrm>
        </p:spPr>
        <p:txBody>
          <a:bodyPr anchor="ctr">
            <a:normAutofit/>
          </a:bodyPr>
          <a:lstStyle>
            <a:lvl1pPr marL="164592" indent="-164592" algn="ctr">
              <a:lnSpc>
                <a:spcPct val="100000"/>
              </a:lnSpc>
              <a:spcBef>
                <a:spcPts val="0"/>
              </a:spcBef>
              <a:buNone/>
              <a:defRPr sz="3600">
                <a:latin typeface="+mj-lt"/>
              </a:defRPr>
            </a:lvl1pPr>
          </a:lstStyle>
          <a:p>
            <a:pPr lvl="0"/>
            <a:r>
              <a:rPr lang="en-US" dirty="0"/>
              <a:t>Click to add Quote</a:t>
            </a:r>
          </a:p>
        </p:txBody>
      </p:sp>
    </p:spTree>
    <p:extLst>
      <p:ext uri="{BB962C8B-B14F-4D97-AF65-F5344CB8AC3E}">
        <p14:creationId xmlns:p14="http://schemas.microsoft.com/office/powerpoint/2010/main" val="36059265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0851C64-A7BE-1C72-3E57-4775B409DC8A}"/>
              </a:ext>
            </a:extLst>
          </p:cNvPr>
          <p:cNvGrpSpPr/>
          <p:nvPr userDrawn="1"/>
        </p:nvGrpSpPr>
        <p:grpSpPr>
          <a:xfrm>
            <a:off x="1524" y="2369525"/>
            <a:ext cx="12190476" cy="4488475"/>
            <a:chOff x="1524" y="2369525"/>
            <a:chExt cx="12190476" cy="4488475"/>
          </a:xfrm>
        </p:grpSpPr>
        <p:cxnSp>
          <p:nvCxnSpPr>
            <p:cNvPr id="12" name="Straight Connector 11">
              <a:extLst>
                <a:ext uri="{FF2B5EF4-FFF2-40B4-BE49-F238E27FC236}">
                  <a16:creationId xmlns:a16="http://schemas.microsoft.com/office/drawing/2014/main" id="{F3584888-406D-19CF-E760-2B48E0ABB0C8}"/>
                </a:ext>
              </a:extLst>
            </p:cNvPr>
            <p:cNvCxnSpPr>
              <a:cxnSpLocks/>
            </p:cNvCxnSpPr>
            <p:nvPr/>
          </p:nvCxnSpPr>
          <p:spPr>
            <a:xfrm>
              <a:off x="4075888" y="2606040"/>
              <a:ext cx="0" cy="42519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749300-540B-EA3D-22F0-87D400B0C336}"/>
                </a:ext>
              </a:extLst>
            </p:cNvPr>
            <p:cNvCxnSpPr>
              <a:cxnSpLocks/>
            </p:cNvCxnSpPr>
            <p:nvPr userDrawn="1"/>
          </p:nvCxnSpPr>
          <p:spPr>
            <a:xfrm>
              <a:off x="1524" y="259998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B4F06D6-F8BF-9F65-C268-860831C18425}"/>
                </a:ext>
              </a:extLst>
            </p:cNvPr>
            <p:cNvCxnSpPr>
              <a:cxnSpLocks/>
            </p:cNvCxnSpPr>
            <p:nvPr userDrawn="1"/>
          </p:nvCxnSpPr>
          <p:spPr>
            <a:xfrm>
              <a:off x="3048" y="236952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3803" y="3275676"/>
            <a:ext cx="3595138" cy="2889149"/>
          </a:xfrm>
        </p:spPr>
        <p:txBody>
          <a:bodyPr anchor="ctr" anchorCtr="0">
            <a:normAutofit/>
          </a:bodyPr>
          <a:lstStyle>
            <a:lvl1pPr>
              <a:defRPr sz="4400"/>
            </a:lvl1pPr>
          </a:lstStyle>
          <a:p>
            <a:r>
              <a:rPr lang="en-US" dirty="0"/>
              <a:t>Click to edit Master title style</a:t>
            </a:r>
          </a:p>
        </p:txBody>
      </p:sp>
      <p:sp>
        <p:nvSpPr>
          <p:cNvPr id="16" name="Picture Placeholder 10">
            <a:extLst>
              <a:ext uri="{FF2B5EF4-FFF2-40B4-BE49-F238E27FC236}">
                <a16:creationId xmlns:a16="http://schemas.microsoft.com/office/drawing/2014/main" id="{4480451A-EDD2-119A-DA35-2DFD2B24576D}"/>
              </a:ext>
            </a:extLst>
          </p:cNvPr>
          <p:cNvSpPr>
            <a:spLocks noGrp="1"/>
          </p:cNvSpPr>
          <p:nvPr>
            <p:ph type="pic" sz="quarter" idx="15"/>
          </p:nvPr>
        </p:nvSpPr>
        <p:spPr>
          <a:xfrm>
            <a:off x="0" y="0"/>
            <a:ext cx="12192000" cy="235345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758859" y="3153127"/>
            <a:ext cx="3200400" cy="301169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8315058" y="3153127"/>
            <a:ext cx="3200400" cy="301169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66928" y="6309360"/>
            <a:ext cx="1371600" cy="365760"/>
          </a:xfrm>
        </p:spPr>
        <p:txBody>
          <a:bodyPr/>
          <a:lstStyle/>
          <a:p>
            <a:fld id="{3678ED03-48B7-A743-8DD2-7FFA62A0AF10}"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66514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DF6C894-D1B4-57D3-91A7-279AB6F954CE}"/>
              </a:ext>
            </a:extLst>
          </p:cNvPr>
          <p:cNvGrpSpPr/>
          <p:nvPr userDrawn="1"/>
        </p:nvGrpSpPr>
        <p:grpSpPr>
          <a:xfrm>
            <a:off x="2319507" y="-3644"/>
            <a:ext cx="9882118" cy="6858000"/>
            <a:chOff x="2319507" y="-3644"/>
            <a:chExt cx="9882118" cy="6858000"/>
          </a:xfrm>
        </p:grpSpPr>
        <p:cxnSp>
          <p:nvCxnSpPr>
            <p:cNvPr id="14" name="Straight Connector 13">
              <a:extLst>
                <a:ext uri="{FF2B5EF4-FFF2-40B4-BE49-F238E27FC236}">
                  <a16:creationId xmlns:a16="http://schemas.microsoft.com/office/drawing/2014/main" id="{EECF737A-CD16-4F1D-E4F3-176098CA5800}"/>
                </a:ext>
              </a:extLst>
            </p:cNvPr>
            <p:cNvCxnSpPr>
              <a:cxnSpLocks/>
            </p:cNvCxnSpPr>
            <p:nvPr/>
          </p:nvCxnSpPr>
          <p:spPr>
            <a:xfrm rot="5400000">
              <a:off x="-878608" y="3425785"/>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749300-540B-EA3D-22F0-87D400B0C336}"/>
                </a:ext>
              </a:extLst>
            </p:cNvPr>
            <p:cNvCxnSpPr>
              <a:cxnSpLocks/>
            </p:cNvCxnSpPr>
            <p:nvPr/>
          </p:nvCxnSpPr>
          <p:spPr>
            <a:xfrm rot="5400000">
              <a:off x="-1109065" y="3424928"/>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997F95-5433-14AD-3BB0-7E0594932620}"/>
                </a:ext>
              </a:extLst>
            </p:cNvPr>
            <p:cNvCxnSpPr>
              <a:cxnSpLocks/>
            </p:cNvCxnSpPr>
            <p:nvPr/>
          </p:nvCxnSpPr>
          <p:spPr>
            <a:xfrm>
              <a:off x="2549963" y="2239968"/>
              <a:ext cx="965166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70450" y="548640"/>
            <a:ext cx="8396412" cy="1371600"/>
          </a:xfrm>
        </p:spPr>
        <p:txBody>
          <a:bodyPr anchor="b" anchorCtr="0">
            <a:normAutofit/>
          </a:bodyPr>
          <a:lstStyle>
            <a:lvl1pPr>
              <a:defRPr sz="4400"/>
            </a:lvl1pPr>
          </a:lstStyle>
          <a:p>
            <a:r>
              <a:rPr lang="en-US" dirty="0"/>
              <a:t>Click to edit Master title style</a:t>
            </a:r>
          </a:p>
        </p:txBody>
      </p:sp>
      <p:sp>
        <p:nvSpPr>
          <p:cNvPr id="8" name="Picture Placeholder 10">
            <a:extLst>
              <a:ext uri="{FF2B5EF4-FFF2-40B4-BE49-F238E27FC236}">
                <a16:creationId xmlns:a16="http://schemas.microsoft.com/office/drawing/2014/main" id="{4D6822CD-39C0-0CC2-075F-B33EE114F01E}"/>
              </a:ext>
            </a:extLst>
          </p:cNvPr>
          <p:cNvSpPr>
            <a:spLocks noGrp="1"/>
          </p:cNvSpPr>
          <p:nvPr>
            <p:ph type="pic" sz="quarter" idx="15"/>
          </p:nvPr>
        </p:nvSpPr>
        <p:spPr>
          <a:xfrm>
            <a:off x="0" y="1"/>
            <a:ext cx="2312894"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2987199" y="2560320"/>
            <a:ext cx="4023360" cy="36576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7443506" y="2560320"/>
            <a:ext cx="4023360" cy="36576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E5D4F6C2-06EF-3BFE-5938-6C304B0949F5}"/>
              </a:ext>
            </a:extLst>
          </p:cNvPr>
          <p:cNvSpPr>
            <a:spLocks noGrp="1"/>
          </p:cNvSpPr>
          <p:nvPr>
            <p:ph type="dt" sz="half" idx="16"/>
          </p:nvPr>
        </p:nvSpPr>
        <p:spPr>
          <a:xfrm>
            <a:off x="10268712" y="6309360"/>
            <a:ext cx="1371600" cy="365760"/>
          </a:xfrm>
        </p:spPr>
        <p:txBody>
          <a:bodyPr/>
          <a:lstStyle/>
          <a:p>
            <a:fld id="{B757F186-BC5C-E049-9BED-C879FF838727}" type="datetime1">
              <a:rPr lang="en-US" smtClean="0"/>
              <a:t>9/24/2026</a:t>
            </a:fld>
            <a:endParaRPr lang="en-US" dirty="0"/>
          </a:p>
        </p:txBody>
      </p:sp>
      <p:sp>
        <p:nvSpPr>
          <p:cNvPr id="17" name="Footer Placeholder 16">
            <a:extLst>
              <a:ext uri="{FF2B5EF4-FFF2-40B4-BE49-F238E27FC236}">
                <a16:creationId xmlns:a16="http://schemas.microsoft.com/office/drawing/2014/main" id="{3970E9DE-1854-5825-875F-2FA7606667AA}"/>
              </a:ext>
            </a:extLst>
          </p:cNvPr>
          <p:cNvSpPr>
            <a:spLocks noGrp="1"/>
          </p:cNvSpPr>
          <p:nvPr>
            <p:ph type="ftr" sz="quarter" idx="17"/>
          </p:nvPr>
        </p:nvSpPr>
        <p:spPr>
          <a:xfrm>
            <a:off x="3335830" y="6309360"/>
            <a:ext cx="2805405" cy="365125"/>
          </a:xfrm>
        </p:spPr>
        <p:txBody>
          <a:bodyPr/>
          <a:lstStyle/>
          <a:p>
            <a:pPr algn="l"/>
            <a:endParaRPr lang="en-US" dirty="0"/>
          </a:p>
        </p:txBody>
      </p:sp>
      <p:sp>
        <p:nvSpPr>
          <p:cNvPr id="18" name="Slide Number Placeholder 17">
            <a:extLst>
              <a:ext uri="{FF2B5EF4-FFF2-40B4-BE49-F238E27FC236}">
                <a16:creationId xmlns:a16="http://schemas.microsoft.com/office/drawing/2014/main" id="{E8D4AEC5-2901-2491-7236-E3C375B57500}"/>
              </a:ext>
            </a:extLst>
          </p:cNvPr>
          <p:cNvSpPr>
            <a:spLocks noGrp="1"/>
          </p:cNvSpPr>
          <p:nvPr>
            <p:ph type="sldNum" sz="quarter" idx="18"/>
          </p:nvPr>
        </p:nvSpPr>
        <p:spPr>
          <a:xfrm>
            <a:off x="2888927" y="6309360"/>
            <a:ext cx="429207" cy="365125"/>
          </a:xfrm>
        </p:spPr>
        <p:txBody>
          <a:bodyPr/>
          <a:lstStyle>
            <a:lvl1pPr algn="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92412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13408"/>
            <a:ext cx="10741152" cy="1132258"/>
          </a:xfrm>
        </p:spPr>
        <p:txBody>
          <a:body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F81D37-71A0-6247-B4F9-89AB56FCB9F0}" type="datetime1">
              <a:rPr lang="en-US" smtClean="0"/>
              <a:t>9/24/2026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2490637"/>
            <a:ext cx="5181600" cy="4351338"/>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90637"/>
            <a:ext cx="5181600" cy="4351338"/>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68364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566928" y="6309360"/>
            <a:ext cx="1371600" cy="365760"/>
          </a:xfrm>
        </p:spPr>
        <p:txBody>
          <a:bodyPr/>
          <a:lstStyle/>
          <a:p>
            <a:fld id="{219F6FE5-28DC-924E-B335-9F73F02FD9E9}" type="datetime1">
              <a:rPr lang="en-US" smtClean="0"/>
              <a:t>9/24/2026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532712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566928" y="6309360"/>
            <a:ext cx="1371600" cy="365760"/>
          </a:xfrm>
        </p:spPr>
        <p:txBody>
          <a:bodyPr/>
          <a:lstStyle/>
          <a:p>
            <a:fld id="{FA69F012-8801-654E-BA91-4385C1A34D05}" type="datetime1">
              <a:rPr lang="en-US" smtClean="0"/>
              <a:t>9/24/2026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437249" y="6309360"/>
            <a:ext cx="2805405" cy="365125"/>
          </a:xfrm>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345193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B6031AE-DA09-E546-8A91-03FDF50474E1}" type="datetime1">
              <a:rPr lang="en-US" smtClean="0"/>
              <a:t>9/24/2026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59014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566928" y="6309360"/>
            <a:ext cx="1371600" cy="365760"/>
          </a:xfrm>
        </p:spPr>
        <p:txBody>
          <a:bodyPr/>
          <a:lstStyle/>
          <a:p>
            <a:fld id="{B5AC1EE3-8DAF-B14B-BBB9-F51C019514E2}" type="datetime1">
              <a:rPr lang="en-US" smtClean="0"/>
              <a:t>9/24/2026</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12607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566928" y="6309360"/>
            <a:ext cx="1371600" cy="365760"/>
          </a:xfrm>
        </p:spPr>
        <p:txBody>
          <a:bodyPr/>
          <a:lstStyle/>
          <a:p>
            <a:fld id="{1288866C-ADAB-8347-AC3F-C68495CA516D}" type="datetime1">
              <a:rPr lang="en-US" smtClean="0"/>
              <a:t>9/24/2026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984248" y="6309360"/>
            <a:ext cx="1834543" cy="365125"/>
          </a:xfrm>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769027" y="6309360"/>
            <a:ext cx="429207" cy="365125"/>
          </a:xfrm>
        </p:spPr>
        <p:txBody>
          <a:bodyPr/>
          <a:lstStyle/>
          <a:p>
            <a:fld id="{CC057153-B650-4DEB-B370-79DDCFDCE934}" type="slidenum">
              <a:rPr lang="en-US" smtClean="0"/>
              <a:t>‹#›</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9057585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200400"/>
            <a:ext cx="10890374" cy="2743200"/>
          </a:xfrm>
          <a:noFill/>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66928" y="6309360"/>
            <a:ext cx="1371600" cy="365760"/>
          </a:xfrm>
        </p:spPr>
        <p:txBody>
          <a:bodyPr/>
          <a:lstStyle/>
          <a:p>
            <a:fld id="{8CE3BE77-9432-6A4B-8CAB-C566A7B21CF4}" type="datetime1">
              <a:rPr lang="en-US" smtClean="0"/>
              <a:t>9/24/2026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37249"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3658541"/>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C4B93E9A-7B3C-D739-A537-E0C99704C1D2}"/>
              </a:ext>
            </a:extLst>
          </p:cNvPr>
          <p:cNvSpPr>
            <a:spLocks noGrp="1"/>
          </p:cNvSpPr>
          <p:nvPr>
            <p:ph type="pic" sz="quarter" idx="15"/>
          </p:nvPr>
        </p:nvSpPr>
        <p:spPr>
          <a:xfrm>
            <a:off x="2308481" y="0"/>
            <a:ext cx="9883518" cy="6857999"/>
          </a:xfrm>
          <a:custGeom>
            <a:avLst/>
            <a:gdLst>
              <a:gd name="connsiteX0" fmla="*/ 0 w 8127902"/>
              <a:gd name="connsiteY0" fmla="*/ 5452946 h 6857999"/>
              <a:gd name="connsiteX1" fmla="*/ 8127902 w 8127902"/>
              <a:gd name="connsiteY1" fmla="*/ 5452946 h 6857999"/>
              <a:gd name="connsiteX2" fmla="*/ 8127902 w 8127902"/>
              <a:gd name="connsiteY2" fmla="*/ 6857999 h 6857999"/>
              <a:gd name="connsiteX3" fmla="*/ 0 w 8127902"/>
              <a:gd name="connsiteY3" fmla="*/ 6857999 h 6857999"/>
              <a:gd name="connsiteX4" fmla="*/ 0 w 8127902"/>
              <a:gd name="connsiteY4" fmla="*/ 0 h 6857999"/>
              <a:gd name="connsiteX5" fmla="*/ 8127902 w 8127902"/>
              <a:gd name="connsiteY5" fmla="*/ 0 h 6857999"/>
              <a:gd name="connsiteX6" fmla="*/ 8127902 w 8127902"/>
              <a:gd name="connsiteY6" fmla="*/ 1382751 h 6857999"/>
              <a:gd name="connsiteX7" fmla="*/ 0 w 8127902"/>
              <a:gd name="connsiteY7" fmla="*/ 138275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7902" h="6857999">
                <a:moveTo>
                  <a:pt x="0" y="5452946"/>
                </a:moveTo>
                <a:lnTo>
                  <a:pt x="8127902" y="5452946"/>
                </a:lnTo>
                <a:lnTo>
                  <a:pt x="8127902" y="6857999"/>
                </a:lnTo>
                <a:lnTo>
                  <a:pt x="0" y="6857999"/>
                </a:lnTo>
                <a:close/>
                <a:moveTo>
                  <a:pt x="0" y="0"/>
                </a:moveTo>
                <a:lnTo>
                  <a:pt x="8127902" y="0"/>
                </a:lnTo>
                <a:lnTo>
                  <a:pt x="8127902" y="1382751"/>
                </a:lnTo>
                <a:lnTo>
                  <a:pt x="0" y="1382751"/>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grpSp>
        <p:nvGrpSpPr>
          <p:cNvPr id="14" name="Group 13">
            <a:extLst>
              <a:ext uri="{FF2B5EF4-FFF2-40B4-BE49-F238E27FC236}">
                <a16:creationId xmlns:a16="http://schemas.microsoft.com/office/drawing/2014/main" id="{840C21F1-162E-8951-B67D-4497E13354A2}"/>
              </a:ext>
            </a:extLst>
          </p:cNvPr>
          <p:cNvGrpSpPr/>
          <p:nvPr userDrawn="1"/>
        </p:nvGrpSpPr>
        <p:grpSpPr>
          <a:xfrm>
            <a:off x="1524" y="-1"/>
            <a:ext cx="12190476" cy="6858001"/>
            <a:chOff x="1524" y="-1"/>
            <a:chExt cx="12190476" cy="6858001"/>
          </a:xfrm>
        </p:grpSpPr>
        <p:cxnSp>
          <p:nvCxnSpPr>
            <p:cNvPr id="9" name="Straight Connector 8">
              <a:extLst>
                <a:ext uri="{FF2B5EF4-FFF2-40B4-BE49-F238E27FC236}">
                  <a16:creationId xmlns:a16="http://schemas.microsoft.com/office/drawing/2014/main" id="{A791CF62-4928-7BDE-C6EE-02CDA853F4E5}"/>
                </a:ext>
              </a:extLst>
            </p:cNvPr>
            <p:cNvCxnSpPr>
              <a:cxnSpLocks/>
            </p:cNvCxnSpPr>
            <p:nvPr/>
          </p:nvCxnSpPr>
          <p:spPr>
            <a:xfrm>
              <a:off x="3048" y="137929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5FD0D36-770E-938A-A59C-85DB2434CFE3}"/>
                </a:ext>
              </a:extLst>
            </p:cNvPr>
            <p:cNvCxnSpPr>
              <a:cxnSpLocks/>
            </p:cNvCxnSpPr>
            <p:nvPr/>
          </p:nvCxnSpPr>
          <p:spPr>
            <a:xfrm>
              <a:off x="1524" y="160974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902DDA-71C4-D5B9-74D7-EB5DF9A7DE5D}"/>
                </a:ext>
              </a:extLst>
            </p:cNvPr>
            <p:cNvCxnSpPr>
              <a:cxnSpLocks/>
            </p:cNvCxnSpPr>
            <p:nvPr/>
          </p:nvCxnSpPr>
          <p:spPr>
            <a:xfrm>
              <a:off x="3048" y="523068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661918F-9F99-CD5F-BFE6-E39CA1548658}"/>
                </a:ext>
              </a:extLst>
            </p:cNvPr>
            <p:cNvCxnSpPr>
              <a:cxnSpLocks/>
            </p:cNvCxnSpPr>
            <p:nvPr/>
          </p:nvCxnSpPr>
          <p:spPr>
            <a:xfrm>
              <a:off x="1524" y="546114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D8B191-4931-900A-AB3A-6097D34C028C}"/>
                </a:ext>
              </a:extLst>
            </p:cNvPr>
            <p:cNvCxnSpPr/>
            <p:nvPr/>
          </p:nvCxnSpPr>
          <p:spPr>
            <a:xfrm>
              <a:off x="229724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866413" y="1788680"/>
            <a:ext cx="8430767" cy="1842020"/>
          </a:xfrm>
        </p:spPr>
        <p:txBody>
          <a:bodyPr anchor="b">
            <a:noAutofit/>
          </a:bodyPr>
          <a:lstStyle>
            <a:lvl1pPr>
              <a:defRPr sz="44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5329" y="557784"/>
            <a:ext cx="1371600" cy="365760"/>
          </a:xfrm>
        </p:spPr>
        <p:txBody>
          <a:bodyPr/>
          <a:lstStyle/>
          <a:p>
            <a:fld id="{B1C93994-1E2D-3543-BD77-44FCFB71CAFD}" type="datetime1">
              <a:rPr lang="en-US" smtClean="0"/>
              <a:t>9/24/2026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401379" y="5748055"/>
            <a:ext cx="429207" cy="365125"/>
          </a:xfrm>
        </p:spPr>
        <p:txBody>
          <a:bodyPr/>
          <a:lstStyle>
            <a:lvl1pPr algn="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01379" y="6143001"/>
            <a:ext cx="1463040" cy="365125"/>
          </a:xfrm>
        </p:spPr>
        <p:txBody>
          <a:bodyPr/>
          <a:lstStyle>
            <a:lvl1pPr algn="l">
              <a:defRPr/>
            </a:lvl1pPr>
          </a:lstStyle>
          <a:p>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866541" y="3784036"/>
            <a:ext cx="8430639" cy="1279615"/>
          </a:xfrm>
        </p:spPr>
        <p:txBody>
          <a:bodyPr>
            <a:noAutofit/>
          </a:bodyPr>
          <a:lstStyle>
            <a:lvl1pPr marL="0" indent="0">
              <a:buNone/>
              <a:defRPr sz="2000" i="1"/>
            </a:lvl1pPr>
            <a:lvl2pPr marL="228600" indent="0">
              <a:buNone/>
              <a:defRPr sz="2000" i="1"/>
            </a:lvl2pPr>
            <a:lvl3pPr marL="457200" indent="0">
              <a:buNone/>
              <a:defRPr sz="2000" i="1"/>
            </a:lvl3pPr>
            <a:lvl4pPr marL="685800" indent="0">
              <a:buNone/>
              <a:defRPr sz="2000" i="1"/>
            </a:lvl4pPr>
            <a:lvl5pPr marL="914400" indent="0">
              <a:buNone/>
              <a:defRPr sz="2000" i="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31173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566928" y="187080"/>
            <a:ext cx="1371600" cy="365760"/>
          </a:xfrm>
          <a:prstGeom prst="roundRect">
            <a:avLst>
              <a:gd name="adj" fmla="val 50000"/>
            </a:avLst>
          </a:prstGeom>
          <a:ln w="15875">
            <a:solidFill>
              <a:schemeClr val="tx1"/>
            </a:solidFill>
          </a:ln>
        </p:spPr>
        <p:txBody>
          <a:bodyPr vert="horz" lIns="91440" tIns="45720" rIns="91440" bIns="45720" rtlCol="0" anchor="ctr"/>
          <a:lstStyle>
            <a:lvl1pPr algn="ctr">
              <a:defRPr sz="1200">
                <a:solidFill>
                  <a:schemeClr val="tx1"/>
                </a:solidFill>
                <a:latin typeface="+mn-lt"/>
              </a:defRPr>
            </a:lvl1pPr>
          </a:lstStyle>
          <a:p>
            <a:fld id="{D16B9168-F6EC-AA44-B1F6-76306FA4BF2D}" type="datetime1">
              <a:rPr lang="en-US" smtClean="0"/>
              <a:pPr/>
              <a:t>9/24/2026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437249" y="187080"/>
            <a:ext cx="2805405" cy="365125"/>
          </a:xfrm>
          <a:prstGeom prst="rect">
            <a:avLst/>
          </a:prstGeom>
        </p:spPr>
        <p:txBody>
          <a:bodyPr vert="horz" lIns="91440" tIns="45720" rIns="91440" bIns="45720" rtlCol="0" anchor="ctr"/>
          <a:lstStyle>
            <a:lvl1pPr algn="r">
              <a:defRPr sz="1200">
                <a:solidFill>
                  <a:schemeClr val="tx1"/>
                </a:solidFill>
                <a:latin typeface="+mn-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92890" y="187080"/>
            <a:ext cx="429207" cy="365125"/>
          </a:xfrm>
          <a:prstGeom prst="rect">
            <a:avLst/>
          </a:prstGeom>
        </p:spPr>
        <p:txBody>
          <a:bodyPr vert="horz" lIns="91440" tIns="45720" rIns="91440" bIns="45720" rtlCol="0" anchor="ctr"/>
          <a:lstStyle>
            <a:lvl1pPr algn="r">
              <a:defRPr sz="12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770885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80" r:id="rId3"/>
    <p:sldLayoutId id="2147483781" r:id="rId4"/>
    <p:sldLayoutId id="2147483782" r:id="rId5"/>
    <p:sldLayoutId id="2147483783" r:id="rId6"/>
    <p:sldLayoutId id="2147483839"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79"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7" r:id="rId32"/>
    <p:sldLayoutId id="2147483808" r:id="rId33"/>
    <p:sldLayoutId id="2147483810" r:id="rId34"/>
    <p:sldLayoutId id="2147483811" r:id="rId35"/>
    <p:sldLayoutId id="2147483812" r:id="rId36"/>
    <p:sldLayoutId id="2147483813" r:id="rId37"/>
    <p:sldLayoutId id="2147483815" r:id="rId38"/>
    <p:sldLayoutId id="2147483816" r:id="rId39"/>
    <p:sldLayoutId id="2147483817" r:id="rId40"/>
    <p:sldLayoutId id="2147483809" r:id="rId41"/>
    <p:sldLayoutId id="2147483814" r:id="rId42"/>
    <p:sldLayoutId id="2147483819" r:id="rId43"/>
    <p:sldLayoutId id="2147483820" r:id="rId44"/>
    <p:sldLayoutId id="2147483821" r:id="rId45"/>
    <p:sldLayoutId id="2147483822" r:id="rId46"/>
    <p:sldLayoutId id="2147483818" r:id="rId47"/>
    <p:sldLayoutId id="2147483823" r:id="rId48"/>
    <p:sldLayoutId id="2147483825" r:id="rId49"/>
    <p:sldLayoutId id="2147483826" r:id="rId50"/>
    <p:sldLayoutId id="2147483827" r:id="rId51"/>
    <p:sldLayoutId id="2147483828" r:id="rId52"/>
    <p:sldLayoutId id="2147483829" r:id="rId53"/>
    <p:sldLayoutId id="2147483830" r:id="rId54"/>
    <p:sldLayoutId id="2147483831" r:id="rId55"/>
    <p:sldLayoutId id="2147483832" r:id="rId56"/>
    <p:sldLayoutId id="2147483833" r:id="rId57"/>
    <p:sldLayoutId id="2147483834" r:id="rId58"/>
    <p:sldLayoutId id="2147483835" r:id="rId59"/>
    <p:sldLayoutId id="2147483836" r:id="rId60"/>
    <p:sldLayoutId id="2147483837" r:id="rId61"/>
    <p:sldLayoutId id="2147483838" r:id="rId62"/>
  </p:sldLayoutIdLst>
  <p:hf sldNum="0" hdr="0" ftr="0" dt="0"/>
  <p:txStyles>
    <p:titleStyle>
      <a:lvl1pPr algn="l" defTabSz="914400" rtl="0" eaLnBrk="1" latinLnBrk="0" hangingPunct="1">
        <a:lnSpc>
          <a:spcPct val="75000"/>
        </a:lnSpc>
        <a:spcBef>
          <a:spcPct val="0"/>
        </a:spcBef>
        <a:buNone/>
        <a:defRPr sz="360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image" Target="../media/image35.svg"/><Relationship Id="rId1" Type="http://schemas.openxmlformats.org/officeDocument/2006/relationships/slideLayout" Target="../slideLayouts/slideLayout48.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46.Default"/><Relationship Id="rId2" Type="http://schemas.openxmlformats.org/officeDocument/2006/relationships/image" Target="../media/image42.png"/><Relationship Id="rId1" Type="http://schemas.openxmlformats.org/officeDocument/2006/relationships/slideLayout" Target="../slideLayouts/slideLayout54.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microsoft.com/office/2007/relationships/hdphoto" Target="../media/hdphoto5.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EB7006-F452-AE5A-DF0E-684DACC6A1F5}"/>
              </a:ext>
            </a:extLst>
          </p:cNvPr>
          <p:cNvSpPr>
            <a:spLocks noGrp="1"/>
          </p:cNvSpPr>
          <p:nvPr>
            <p:ph type="ctrTitle"/>
          </p:nvPr>
        </p:nvSpPr>
        <p:spPr>
          <a:xfrm>
            <a:off x="1182583" y="984562"/>
            <a:ext cx="7551109" cy="3071446"/>
          </a:xfrm>
        </p:spPr>
        <p:txBody>
          <a:bodyPr/>
          <a:lstStyle/>
          <a:p>
            <a:r>
              <a:rPr lang="en-US" b="1" dirty="0">
                <a:ea typeface="+mj-lt"/>
                <a:cs typeface="+mj-lt"/>
              </a:rPr>
              <a:t>Project : </a:t>
            </a:r>
            <a:br>
              <a:rPr lang="en-US" b="1" dirty="0">
                <a:ea typeface="+mj-lt"/>
                <a:cs typeface="+mj-lt"/>
              </a:rPr>
            </a:br>
            <a:r>
              <a:rPr lang="en-US" b="1" dirty="0">
                <a:ea typeface="+mj-lt"/>
                <a:cs typeface="+mj-lt"/>
              </a:rPr>
              <a:t>	Bank of CLI</a:t>
            </a:r>
            <a:endParaRPr lang="en-US" dirty="0">
              <a:ea typeface="+mj-lt"/>
              <a:cs typeface="+mj-lt"/>
            </a:endParaRPr>
          </a:p>
          <a:p>
            <a:endParaRPr lang="en-US" dirty="0"/>
          </a:p>
        </p:txBody>
      </p:sp>
      <p:pic>
        <p:nvPicPr>
          <p:cNvPr id="7" name="Picture Placeholder 6" descr="A group of horses running in the dust">
            <a:extLst>
              <a:ext uri="{FF2B5EF4-FFF2-40B4-BE49-F238E27FC236}">
                <a16:creationId xmlns:a16="http://schemas.microsoft.com/office/drawing/2014/main" id="{801B52E4-5A3E-2BC1-3EBB-1BABD7ACD264}"/>
              </a:ext>
            </a:extLst>
          </p:cNvPr>
          <p:cNvPicPr>
            <a:picLocks noGrp="1" noChangeAspect="1"/>
          </p:cNvPicPr>
          <p:nvPr>
            <p:ph type="pic" sz="quarter" idx="13"/>
          </p:nvPr>
        </p:nvPicPr>
        <p:blipFill>
          <a:blip r:embed="rId2">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4572000"/>
            <a:ext cx="12191999" cy="2286000"/>
          </a:xfrm>
          <a:noFill/>
        </p:spPr>
      </p:pic>
      <p:sp>
        <p:nvSpPr>
          <p:cNvPr id="4" name="Subtitle 3">
            <a:extLst>
              <a:ext uri="{FF2B5EF4-FFF2-40B4-BE49-F238E27FC236}">
                <a16:creationId xmlns:a16="http://schemas.microsoft.com/office/drawing/2014/main" id="{778AC6CA-478E-C9E1-D6DD-17E204C122EC}"/>
              </a:ext>
            </a:extLst>
          </p:cNvPr>
          <p:cNvSpPr>
            <a:spLocks noGrp="1"/>
          </p:cNvSpPr>
          <p:nvPr>
            <p:ph type="subTitle" idx="1"/>
          </p:nvPr>
        </p:nvSpPr>
        <p:spPr>
          <a:xfrm>
            <a:off x="1182582" y="4771572"/>
            <a:ext cx="5943600" cy="1188720"/>
          </a:xfrm>
        </p:spPr>
        <p:txBody>
          <a:bodyPr/>
          <a:lstStyle/>
          <a:p>
            <a:r>
              <a:rPr lang="en-US" dirty="0"/>
              <a:t>Presented by Aaron James</a:t>
            </a:r>
          </a:p>
        </p:txBody>
      </p:sp>
      <p:sp>
        <p:nvSpPr>
          <p:cNvPr id="5" name="Text Placeholder 4">
            <a:extLst>
              <a:ext uri="{FF2B5EF4-FFF2-40B4-BE49-F238E27FC236}">
                <a16:creationId xmlns:a16="http://schemas.microsoft.com/office/drawing/2014/main" id="{7FD38764-F898-D8AF-E4FF-0B9533558F98}"/>
              </a:ext>
            </a:extLst>
          </p:cNvPr>
          <p:cNvSpPr>
            <a:spLocks noGrp="1"/>
          </p:cNvSpPr>
          <p:nvPr>
            <p:ph type="body" sz="quarter" idx="15"/>
          </p:nvPr>
        </p:nvSpPr>
        <p:spPr>
          <a:xfrm>
            <a:off x="9171930" y="5417288"/>
            <a:ext cx="1645920" cy="576072"/>
          </a:xfrm>
        </p:spPr>
        <p:txBody>
          <a:bodyPr/>
          <a:lstStyle/>
          <a:p>
            <a:r>
              <a:rPr lang="en-US" dirty="0"/>
              <a:t>9/25/2026</a:t>
            </a:r>
          </a:p>
        </p:txBody>
      </p:sp>
    </p:spTree>
    <p:extLst>
      <p:ext uri="{BB962C8B-B14F-4D97-AF65-F5344CB8AC3E}">
        <p14:creationId xmlns:p14="http://schemas.microsoft.com/office/powerpoint/2010/main" val="203974474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11914-BBFF-7BEB-F661-B686E5BB949F}"/>
              </a:ext>
            </a:extLst>
          </p:cNvPr>
          <p:cNvSpPr>
            <a:spLocks noGrp="1"/>
          </p:cNvSpPr>
          <p:nvPr>
            <p:ph type="title"/>
          </p:nvPr>
        </p:nvSpPr>
        <p:spPr>
          <a:xfrm>
            <a:off x="446218" y="591564"/>
            <a:ext cx="3158356" cy="3068913"/>
          </a:xfrm>
        </p:spPr>
        <p:txBody>
          <a:bodyPr anchor="ctr" anchorCtr="0"/>
          <a:lstStyle/>
          <a:p>
            <a:r>
              <a:rPr lang="en-US" dirty="0"/>
              <a:t>Overview</a:t>
            </a:r>
          </a:p>
        </p:txBody>
      </p:sp>
      <p:sp>
        <p:nvSpPr>
          <p:cNvPr id="4" name="Content Placeholder 3">
            <a:extLst>
              <a:ext uri="{FF2B5EF4-FFF2-40B4-BE49-F238E27FC236}">
                <a16:creationId xmlns:a16="http://schemas.microsoft.com/office/drawing/2014/main" id="{EC2F2383-FD83-D36D-50C0-8AE93BEF42A0}"/>
              </a:ext>
            </a:extLst>
          </p:cNvPr>
          <p:cNvSpPr>
            <a:spLocks noGrp="1"/>
          </p:cNvSpPr>
          <p:nvPr>
            <p:ph sz="quarter" idx="14"/>
          </p:nvPr>
        </p:nvSpPr>
        <p:spPr>
          <a:xfrm>
            <a:off x="4692518" y="292551"/>
            <a:ext cx="6742010" cy="3792322"/>
          </a:xfrm>
        </p:spPr>
        <p:txBody>
          <a:bodyPr vert="horz" lIns="91440" tIns="45720" rIns="91440" bIns="45720" rtlCol="0" anchor="ctr" anchorCtr="0">
            <a:noAutofit/>
          </a:bodyPr>
          <a:lstStyle/>
          <a:p>
            <a:pPr marL="285750" indent="-285750">
              <a:buFont typeface="Arial"/>
              <a:buChar char="•"/>
            </a:pPr>
            <a:r>
              <a:rPr lang="en-US" sz="2400" dirty="0">
                <a:ea typeface="+mn-lt"/>
                <a:cs typeface="+mn-lt"/>
              </a:rPr>
              <a:t>A Java CLI application simulating real banking operations against a live PostgreSQL database.</a:t>
            </a:r>
            <a:endParaRPr lang="en-US" sz="2400" dirty="0"/>
          </a:p>
          <a:p>
            <a:pPr marL="285750" indent="-285750">
              <a:buFont typeface="Arial"/>
              <a:buChar char="•"/>
            </a:pPr>
            <a:r>
              <a:rPr lang="en-US" sz="2400" dirty="0">
                <a:ea typeface="+mn-lt"/>
                <a:cs typeface="+mn-lt"/>
              </a:rPr>
              <a:t>Core flows : Register → Login → Deposit / Withdraw /  Transfer → View History → Logout</a:t>
            </a:r>
            <a:endParaRPr lang="en-US" sz="2400" dirty="0"/>
          </a:p>
          <a:p>
            <a:pPr marL="285750" indent="-285750">
              <a:buFont typeface="Arial"/>
              <a:buChar char="•"/>
            </a:pPr>
            <a:r>
              <a:rPr lang="en-US" sz="2400" dirty="0">
                <a:ea typeface="+mn-lt"/>
                <a:cs typeface="+mn-lt"/>
              </a:rPr>
              <a:t>Built to behave like a real financial system : no negative balances, no partial transfers, every money movement is logged.</a:t>
            </a:r>
          </a:p>
        </p:txBody>
      </p:sp>
      <p:pic>
        <p:nvPicPr>
          <p:cNvPr id="8" name="Picture Placeholder 8" descr="A spiral staircase ">
            <a:extLst>
              <a:ext uri="{FF2B5EF4-FFF2-40B4-BE49-F238E27FC236}">
                <a16:creationId xmlns:a16="http://schemas.microsoft.com/office/drawing/2014/main" id="{9820F04A-D5F8-38C8-B5B9-488693250801}"/>
              </a:ext>
            </a:extLst>
          </p:cNvPr>
          <p:cNvPicPr>
            <a:picLocks noGrp="1" noChangeAspect="1"/>
          </p:cNvPicPr>
          <p:nvPr>
            <p:ph type="pic" sz="quarter" idx="13"/>
          </p:nvPr>
        </p:nvPicPr>
        <p:blipFill>
          <a:blip r:embed="rId2">
            <a:alphaModFix amt="6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4504544"/>
            <a:ext cx="12192000" cy="2353456"/>
          </a:xfrm>
          <a:noFill/>
        </p:spPr>
      </p:pic>
    </p:spTree>
    <p:extLst>
      <p:ext uri="{BB962C8B-B14F-4D97-AF65-F5344CB8AC3E}">
        <p14:creationId xmlns:p14="http://schemas.microsoft.com/office/powerpoint/2010/main" val="1032284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7" name="Content Placeholder 416">
            <a:extLst>
              <a:ext uri="{FF2B5EF4-FFF2-40B4-BE49-F238E27FC236}">
                <a16:creationId xmlns:a16="http://schemas.microsoft.com/office/drawing/2014/main" id="{49E82B19-6C4A-A91B-CB00-18F43BE9E882}"/>
              </a:ext>
            </a:extLst>
          </p:cNvPr>
          <p:cNvPicPr>
            <a:picLocks noGrp="1" noChangeAspect="1"/>
          </p:cNvPicPr>
          <p:nvPr>
            <p:ph sz="quarter" idx="13"/>
          </p:nvPr>
        </p:nvPicPr>
        <p:blipFill>
          <a:blip>
            <a:extLst>
              <a:ext uri="{96DAC541-7B7A-43D3-8B79-37D633B846F1}">
                <asvg:svgBlip xmlns:asvg="http://schemas.microsoft.com/office/drawing/2016/SVG/main" r:embed="rId2"/>
              </a:ext>
            </a:extLst>
          </a:blip>
          <a:stretch>
            <a:fillRect/>
          </a:stretch>
        </p:blipFill>
        <p:spPr>
          <a:xfrm>
            <a:off x="988190" y="4552749"/>
            <a:ext cx="450000" cy="450000"/>
          </a:xfrm>
          <a:prstGeom prst="rect">
            <a:avLst/>
          </a:prstGeom>
        </p:spPr>
      </p:pic>
      <p:pic>
        <p:nvPicPr>
          <p:cNvPr id="418" name="Graphic 417">
            <a:extLst>
              <a:ext uri="{FF2B5EF4-FFF2-40B4-BE49-F238E27FC236}">
                <a16:creationId xmlns:a16="http://schemas.microsoft.com/office/drawing/2014/main" id="{AD930776-0690-3478-A9C7-66C1A468C5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8164" y="3232363"/>
            <a:ext cx="450000" cy="450000"/>
          </a:xfrm>
          <a:prstGeom prst="rect">
            <a:avLst/>
          </a:prstGeom>
        </p:spPr>
      </p:pic>
      <p:pic>
        <p:nvPicPr>
          <p:cNvPr id="419" name="Graphic 418">
            <a:extLst>
              <a:ext uri="{FF2B5EF4-FFF2-40B4-BE49-F238E27FC236}">
                <a16:creationId xmlns:a16="http://schemas.microsoft.com/office/drawing/2014/main" id="{9F512D30-18FD-A25F-0CA1-3DB46CC94D5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988190" y="2332555"/>
            <a:ext cx="450000" cy="450000"/>
          </a:xfrm>
          <a:prstGeom prst="rect">
            <a:avLst/>
          </a:prstGeom>
        </p:spPr>
      </p:pic>
      <p:pic>
        <p:nvPicPr>
          <p:cNvPr id="420" name="Graphic 419">
            <a:extLst>
              <a:ext uri="{FF2B5EF4-FFF2-40B4-BE49-F238E27FC236}">
                <a16:creationId xmlns:a16="http://schemas.microsoft.com/office/drawing/2014/main" id="{F370E6DE-6E97-CCE1-4716-BC02F28463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8190" y="2811978"/>
            <a:ext cx="450000" cy="450000"/>
          </a:xfrm>
          <a:prstGeom prst="rect">
            <a:avLst/>
          </a:prstGeom>
        </p:spPr>
      </p:pic>
      <p:pic>
        <p:nvPicPr>
          <p:cNvPr id="421" name="Graphic 420">
            <a:extLst>
              <a:ext uri="{FF2B5EF4-FFF2-40B4-BE49-F238E27FC236}">
                <a16:creationId xmlns:a16="http://schemas.microsoft.com/office/drawing/2014/main" id="{FE43BED7-57D0-260B-F2E4-9846224C42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164" y="1854652"/>
            <a:ext cx="450000" cy="450000"/>
          </a:xfrm>
          <a:prstGeom prst="rect">
            <a:avLst/>
          </a:prstGeom>
        </p:spPr>
      </p:pic>
      <p:pic>
        <p:nvPicPr>
          <p:cNvPr id="422" name="Graphic 421">
            <a:extLst>
              <a:ext uri="{FF2B5EF4-FFF2-40B4-BE49-F238E27FC236}">
                <a16:creationId xmlns:a16="http://schemas.microsoft.com/office/drawing/2014/main" id="{047E58CF-D182-E5E9-D73A-E0BBCCE29DF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8946" y="3710458"/>
            <a:ext cx="450000" cy="450000"/>
          </a:xfrm>
          <a:prstGeom prst="rect">
            <a:avLst/>
          </a:prstGeom>
        </p:spPr>
      </p:pic>
      <p:sp>
        <p:nvSpPr>
          <p:cNvPr id="423" name="TextBox 422">
            <a:extLst>
              <a:ext uri="{FF2B5EF4-FFF2-40B4-BE49-F238E27FC236}">
                <a16:creationId xmlns:a16="http://schemas.microsoft.com/office/drawing/2014/main" id="{E389282B-C392-C88A-A96B-34B021A8A2CE}"/>
              </a:ext>
            </a:extLst>
          </p:cNvPr>
          <p:cNvSpPr txBox="1"/>
          <p:nvPr/>
        </p:nvSpPr>
        <p:spPr>
          <a:xfrm>
            <a:off x="1762550" y="1802391"/>
            <a:ext cx="9557722"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000" b="1" dirty="0">
                <a:ea typeface="+mn-lt"/>
                <a:cs typeface="+mn-lt"/>
              </a:rPr>
              <a:t>Authentication</a:t>
            </a:r>
            <a:r>
              <a:rPr lang="en-US" sz="3000" dirty="0">
                <a:ea typeface="+mn-lt"/>
                <a:cs typeface="+mn-lt"/>
              </a:rPr>
              <a:t> :</a:t>
            </a:r>
            <a:r>
              <a:rPr lang="en-US" sz="2800" dirty="0">
                <a:ea typeface="+mn-lt"/>
                <a:cs typeface="+mn-lt"/>
              </a:rPr>
              <a:t> </a:t>
            </a:r>
            <a:r>
              <a:rPr lang="en-US" sz="2500" dirty="0">
                <a:ea typeface="+mn-lt"/>
                <a:cs typeface="+mn-lt"/>
              </a:rPr>
              <a:t>PIN-based registration and login for security.</a:t>
            </a:r>
            <a:endParaRPr lang="en-US" sz="2500" dirty="0"/>
          </a:p>
          <a:p>
            <a:pPr marL="285750" indent="-285750">
              <a:buFont typeface="Arial"/>
              <a:buChar char="•"/>
            </a:pPr>
            <a:r>
              <a:rPr lang="en-US" sz="3000" b="1" dirty="0">
                <a:ea typeface="+mn-lt"/>
                <a:cs typeface="+mn-lt"/>
              </a:rPr>
              <a:t>Persistence</a:t>
            </a:r>
            <a:r>
              <a:rPr lang="en-US" sz="3000" dirty="0">
                <a:ea typeface="+mn-lt"/>
                <a:cs typeface="+mn-lt"/>
              </a:rPr>
              <a:t> :</a:t>
            </a:r>
            <a:r>
              <a:rPr lang="en-US" sz="2800" dirty="0">
                <a:ea typeface="+mn-lt"/>
                <a:cs typeface="+mn-lt"/>
              </a:rPr>
              <a:t> </a:t>
            </a:r>
            <a:r>
              <a:rPr lang="en-US" sz="2500" dirty="0">
                <a:ea typeface="+mn-lt"/>
                <a:cs typeface="+mn-lt"/>
              </a:rPr>
              <a:t>Balances and transaction history stored in PostgreSQL.</a:t>
            </a:r>
            <a:endParaRPr lang="en-US" sz="2500" dirty="0"/>
          </a:p>
          <a:p>
            <a:pPr marL="285750" indent="-285750">
              <a:buFont typeface="Arial"/>
              <a:buChar char="•"/>
            </a:pPr>
            <a:r>
              <a:rPr lang="en-US" sz="3000" b="1" dirty="0">
                <a:ea typeface="+mn-lt"/>
                <a:cs typeface="+mn-lt"/>
              </a:rPr>
              <a:t>Transactions</a:t>
            </a:r>
            <a:r>
              <a:rPr lang="en-US" sz="3000" dirty="0">
                <a:ea typeface="+mn-lt"/>
                <a:cs typeface="+mn-lt"/>
              </a:rPr>
              <a:t> :</a:t>
            </a:r>
            <a:r>
              <a:rPr lang="en-US" sz="2800" dirty="0">
                <a:ea typeface="+mn-lt"/>
                <a:cs typeface="+mn-lt"/>
              </a:rPr>
              <a:t> </a:t>
            </a:r>
            <a:r>
              <a:rPr lang="en-US" sz="2500" dirty="0">
                <a:ea typeface="+mn-lt"/>
                <a:cs typeface="+mn-lt"/>
              </a:rPr>
              <a:t>Deposit, withdraw and cross-account transfer.</a:t>
            </a:r>
            <a:endParaRPr lang="en-US" sz="2500" dirty="0"/>
          </a:p>
          <a:p>
            <a:pPr marL="285750" indent="-285750">
              <a:buFont typeface="Arial"/>
              <a:buChar char="•"/>
            </a:pPr>
            <a:r>
              <a:rPr lang="en-US" sz="3000" b="1" dirty="0">
                <a:ea typeface="+mn-lt"/>
                <a:cs typeface="+mn-lt"/>
              </a:rPr>
              <a:t>Atomicity</a:t>
            </a:r>
            <a:r>
              <a:rPr lang="en-US" sz="3000" dirty="0">
                <a:ea typeface="+mn-lt"/>
                <a:cs typeface="+mn-lt"/>
              </a:rPr>
              <a:t> :</a:t>
            </a:r>
            <a:r>
              <a:rPr lang="en-US" sz="2800" dirty="0">
                <a:ea typeface="+mn-lt"/>
                <a:cs typeface="+mn-lt"/>
              </a:rPr>
              <a:t> </a:t>
            </a:r>
            <a:r>
              <a:rPr lang="en-US" sz="2500" dirty="0">
                <a:ea typeface="+mn-lt"/>
                <a:cs typeface="+mn-lt"/>
              </a:rPr>
              <a:t>A transfer either fully succeeds or fully rolls back.</a:t>
            </a:r>
            <a:endParaRPr lang="en-US" sz="2500" dirty="0"/>
          </a:p>
          <a:p>
            <a:pPr marL="285750" indent="-285750">
              <a:buFont typeface="Arial"/>
              <a:buChar char="•"/>
            </a:pPr>
            <a:r>
              <a:rPr lang="en-US" sz="3000" b="1" dirty="0">
                <a:ea typeface="+mn-lt"/>
                <a:cs typeface="+mn-lt"/>
              </a:rPr>
              <a:t>Auditability</a:t>
            </a:r>
            <a:r>
              <a:rPr lang="en-US" sz="3000" dirty="0">
                <a:ea typeface="+mn-lt"/>
                <a:cs typeface="+mn-lt"/>
              </a:rPr>
              <a:t> :</a:t>
            </a:r>
            <a:r>
              <a:rPr lang="en-US" sz="2800" dirty="0">
                <a:ea typeface="+mn-lt"/>
                <a:cs typeface="+mn-lt"/>
              </a:rPr>
              <a:t> </a:t>
            </a:r>
            <a:r>
              <a:rPr lang="en-US" sz="2500" dirty="0">
                <a:ea typeface="+mn-lt"/>
                <a:cs typeface="+mn-lt"/>
              </a:rPr>
              <a:t>Every balance change writes a permanent transaction record.</a:t>
            </a:r>
            <a:endParaRPr lang="en-US" sz="2500" dirty="0"/>
          </a:p>
          <a:p>
            <a:pPr marL="285750" indent="-285750">
              <a:buFont typeface="Arial"/>
              <a:buChar char="•"/>
            </a:pPr>
            <a:r>
              <a:rPr lang="en-US" sz="3000" b="1" dirty="0">
                <a:ea typeface="+mn-lt"/>
                <a:cs typeface="+mn-lt"/>
              </a:rPr>
              <a:t>Multi-layered</a:t>
            </a:r>
            <a:r>
              <a:rPr lang="en-US" sz="3000" dirty="0">
                <a:ea typeface="+mn-lt"/>
                <a:cs typeface="+mn-lt"/>
              </a:rPr>
              <a:t> :</a:t>
            </a:r>
            <a:r>
              <a:rPr lang="en-US" sz="2800" dirty="0">
                <a:ea typeface="+mn-lt"/>
                <a:cs typeface="+mn-lt"/>
              </a:rPr>
              <a:t> </a:t>
            </a:r>
            <a:r>
              <a:rPr lang="en-US" sz="2500" dirty="0">
                <a:ea typeface="+mn-lt"/>
                <a:cs typeface="+mn-lt"/>
              </a:rPr>
              <a:t>Strict separation between CLI, business logic and data access.</a:t>
            </a:r>
            <a:endParaRPr lang="en-US" sz="2500" dirty="0"/>
          </a:p>
        </p:txBody>
      </p:sp>
      <p:sp>
        <p:nvSpPr>
          <p:cNvPr id="2" name="TextBox 1">
            <a:extLst>
              <a:ext uri="{FF2B5EF4-FFF2-40B4-BE49-F238E27FC236}">
                <a16:creationId xmlns:a16="http://schemas.microsoft.com/office/drawing/2014/main" id="{9149F096-0331-C72B-9ACF-81C8141DFEDF}"/>
              </a:ext>
            </a:extLst>
          </p:cNvPr>
          <p:cNvSpPr txBox="1"/>
          <p:nvPr/>
        </p:nvSpPr>
        <p:spPr>
          <a:xfrm>
            <a:off x="1762550" y="740664"/>
            <a:ext cx="6544433" cy="830997"/>
          </a:xfrm>
          <a:prstGeom prst="rect">
            <a:avLst/>
          </a:prstGeom>
          <a:noFill/>
        </p:spPr>
        <p:txBody>
          <a:bodyPr wrap="square" rtlCol="0">
            <a:spAutoFit/>
          </a:bodyPr>
          <a:lstStyle/>
          <a:p>
            <a:r>
              <a:rPr lang="en-IN" sz="4800" b="1" dirty="0"/>
              <a:t>Project Requirements</a:t>
            </a:r>
          </a:p>
        </p:txBody>
      </p:sp>
    </p:spTree>
    <p:extLst>
      <p:ext uri="{BB962C8B-B14F-4D97-AF65-F5344CB8AC3E}">
        <p14:creationId xmlns:p14="http://schemas.microsoft.com/office/powerpoint/2010/main" val="887290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8CEF3-AFBF-E26A-0AC6-BE9BEF643B20}"/>
              </a:ext>
            </a:extLst>
          </p:cNvPr>
          <p:cNvSpPr>
            <a:spLocks noGrp="1"/>
          </p:cNvSpPr>
          <p:nvPr>
            <p:ph type="ctrTitle"/>
          </p:nvPr>
        </p:nvSpPr>
        <p:spPr/>
        <p:txBody>
          <a:bodyPr>
            <a:normAutofit/>
          </a:bodyPr>
          <a:lstStyle/>
          <a:p>
            <a:br>
              <a:rPr lang="en-IN" sz="4400" dirty="0"/>
            </a:br>
            <a:br>
              <a:rPr lang="en-IN" sz="4400" dirty="0"/>
            </a:br>
            <a:br>
              <a:rPr lang="en-IN" sz="4400" dirty="0"/>
            </a:br>
            <a:r>
              <a:rPr lang="en-IN" sz="4400" dirty="0"/>
              <a:t>Layered- Architecture</a:t>
            </a:r>
          </a:p>
        </p:txBody>
      </p:sp>
      <p:pic>
        <p:nvPicPr>
          <p:cNvPr id="19" name="Picture 18">
            <a:extLst>
              <a:ext uri="{FF2B5EF4-FFF2-40B4-BE49-F238E27FC236}">
                <a16:creationId xmlns:a16="http://schemas.microsoft.com/office/drawing/2014/main" id="{2A5F913B-4C5E-CB0E-353F-C93269965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5085" y="0"/>
            <a:ext cx="4434291" cy="6867639"/>
          </a:xfrm>
          <a:prstGeom prst="rect">
            <a:avLst/>
          </a:prstGeom>
        </p:spPr>
      </p:pic>
    </p:spTree>
    <p:extLst>
      <p:ext uri="{BB962C8B-B14F-4D97-AF65-F5344CB8AC3E}">
        <p14:creationId xmlns:p14="http://schemas.microsoft.com/office/powerpoint/2010/main" val="4290225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9B3C08-09C5-0F7F-E36C-350870992099}"/>
              </a:ext>
            </a:extLst>
          </p:cNvPr>
          <p:cNvSpPr>
            <a:spLocks noGrp="1"/>
          </p:cNvSpPr>
          <p:nvPr>
            <p:ph type="title"/>
          </p:nvPr>
        </p:nvSpPr>
        <p:spPr>
          <a:xfrm>
            <a:off x="3070450" y="548640"/>
            <a:ext cx="8396412" cy="1371600"/>
          </a:xfrm>
        </p:spPr>
        <p:txBody>
          <a:bodyPr/>
          <a:lstStyle/>
          <a:p>
            <a:r>
              <a:rPr lang="en-US">
                <a:ea typeface="+mj-lt"/>
                <a:cs typeface="+mj-lt"/>
              </a:rPr>
              <a:t>Technology Stack</a:t>
            </a:r>
            <a:endParaRPr lang="en-US"/>
          </a:p>
        </p:txBody>
      </p:sp>
      <p:pic>
        <p:nvPicPr>
          <p:cNvPr id="18" name="Picture Placeholder 17" descr="A group of people walking in a hallway">
            <a:extLst>
              <a:ext uri="{FF2B5EF4-FFF2-40B4-BE49-F238E27FC236}">
                <a16:creationId xmlns:a16="http://schemas.microsoft.com/office/drawing/2014/main" id="{FE294F62-5441-D237-1F5F-B7C6BCD6BAE1}"/>
              </a:ext>
            </a:extLst>
          </p:cNvPr>
          <p:cNvPicPr>
            <a:picLocks noGrp="1" noChangeAspect="1"/>
          </p:cNvPicPr>
          <p:nvPr>
            <p:ph type="pic" sz="quarter" idx="15"/>
          </p:nvPr>
        </p:nvPicPr>
        <p:blipFill>
          <a:blip r:embed="rId2">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1"/>
            <a:ext cx="2312894" cy="6858000"/>
          </a:xfrm>
          <a:noFill/>
        </p:spPr>
      </p:pic>
      <p:sp>
        <p:nvSpPr>
          <p:cNvPr id="10" name="Text Placeholder 9">
            <a:extLst>
              <a:ext uri="{FF2B5EF4-FFF2-40B4-BE49-F238E27FC236}">
                <a16:creationId xmlns:a16="http://schemas.microsoft.com/office/drawing/2014/main" id="{FF3227AA-6044-C638-493E-105BD71CF17E}"/>
              </a:ext>
            </a:extLst>
          </p:cNvPr>
          <p:cNvSpPr>
            <a:spLocks noGrp="1"/>
          </p:cNvSpPr>
          <p:nvPr>
            <p:ph type="body" sz="quarter" idx="13"/>
          </p:nvPr>
        </p:nvSpPr>
        <p:spPr>
          <a:xfrm>
            <a:off x="2987199" y="2560320"/>
            <a:ext cx="4023360" cy="3657600"/>
          </a:xfrm>
        </p:spPr>
        <p:txBody>
          <a:bodyPr vert="horz" lIns="91440" tIns="45720" rIns="91440" bIns="45720" rtlCol="0" anchor="t">
            <a:normAutofit/>
          </a:bodyPr>
          <a:lstStyle/>
          <a:p>
            <a:pPr marL="285750" indent="-285750">
              <a:buChar char="•"/>
            </a:pPr>
            <a:r>
              <a:rPr lang="en-US" b="1" dirty="0">
                <a:ea typeface="+mn-lt"/>
                <a:cs typeface="+mn-lt"/>
              </a:rPr>
              <a:t>Java 17 / Maven</a:t>
            </a:r>
            <a:r>
              <a:rPr lang="en-US" dirty="0">
                <a:ea typeface="+mn-lt"/>
                <a:cs typeface="+mn-lt"/>
              </a:rPr>
              <a:t> : Application logic and build/dependency management.</a:t>
            </a:r>
            <a:endParaRPr lang="en-US" dirty="0"/>
          </a:p>
          <a:p>
            <a:pPr marL="285750" indent="-285750">
              <a:buChar char="•"/>
            </a:pPr>
            <a:r>
              <a:rPr lang="en-US" b="1" dirty="0">
                <a:ea typeface="+mn-lt"/>
                <a:cs typeface="+mn-lt"/>
              </a:rPr>
              <a:t>JDBC</a:t>
            </a:r>
            <a:r>
              <a:rPr lang="en-US" dirty="0">
                <a:ea typeface="+mn-lt"/>
                <a:cs typeface="+mn-lt"/>
              </a:rPr>
              <a:t> : Communication with the database.</a:t>
            </a:r>
          </a:p>
          <a:p>
            <a:pPr marL="285750" indent="-285750">
              <a:buChar char="•"/>
            </a:pPr>
            <a:r>
              <a:rPr lang="en-US" b="1" dirty="0">
                <a:ea typeface="+mn-lt"/>
                <a:cs typeface="+mn-lt"/>
              </a:rPr>
              <a:t>PostgreSQL 18 (</a:t>
            </a:r>
            <a:r>
              <a:rPr lang="en-US" b="1" dirty="0" err="1">
                <a:ea typeface="+mn-lt"/>
                <a:cs typeface="+mn-lt"/>
              </a:rPr>
              <a:t>Dockerized</a:t>
            </a:r>
            <a:r>
              <a:rPr lang="en-US" b="1" dirty="0">
                <a:ea typeface="+mn-lt"/>
                <a:cs typeface="+mn-lt"/>
              </a:rPr>
              <a:t>)</a:t>
            </a:r>
            <a:r>
              <a:rPr lang="en-US" dirty="0">
                <a:ea typeface="+mn-lt"/>
                <a:cs typeface="+mn-lt"/>
              </a:rPr>
              <a:t> : Stores accounts and transaction records.</a:t>
            </a:r>
            <a:endParaRPr lang="en-US" dirty="0"/>
          </a:p>
          <a:p>
            <a:pPr marL="285750" indent="-285750">
              <a:buChar char="•"/>
            </a:pPr>
            <a:r>
              <a:rPr lang="en-US" b="1" dirty="0">
                <a:ea typeface="+mn-lt"/>
                <a:cs typeface="+mn-lt"/>
              </a:rPr>
              <a:t>Docker Compose</a:t>
            </a:r>
            <a:r>
              <a:rPr lang="en-US" dirty="0">
                <a:ea typeface="+mn-lt"/>
                <a:cs typeface="+mn-lt"/>
              </a:rPr>
              <a:t> : Reproducible local database environment, no manual Postgres install.</a:t>
            </a:r>
          </a:p>
          <a:p>
            <a:endParaRPr lang="en-US" i="1" dirty="0"/>
          </a:p>
        </p:txBody>
      </p:sp>
      <p:pic>
        <p:nvPicPr>
          <p:cNvPr id="2" name="Picture 1" descr="Java 17 Unveiled: Exploring the Latest Features and Improvements ...">
            <a:extLst>
              <a:ext uri="{FF2B5EF4-FFF2-40B4-BE49-F238E27FC236}">
                <a16:creationId xmlns:a16="http://schemas.microsoft.com/office/drawing/2014/main" id="{C21BD6BB-7789-DE84-7BBC-3CEA0E875CF8}"/>
              </a:ext>
            </a:extLst>
          </p:cNvPr>
          <p:cNvPicPr>
            <a:picLocks noChangeAspect="1"/>
          </p:cNvPicPr>
          <p:nvPr/>
        </p:nvPicPr>
        <p:blipFill>
          <a:blip r:embed="rId4"/>
          <a:stretch>
            <a:fillRect/>
          </a:stretch>
        </p:blipFill>
        <p:spPr>
          <a:xfrm>
            <a:off x="7684864" y="2471123"/>
            <a:ext cx="1319213" cy="742057"/>
          </a:xfrm>
          <a:prstGeom prst="rect">
            <a:avLst/>
          </a:prstGeom>
        </p:spPr>
      </p:pic>
      <p:pic>
        <p:nvPicPr>
          <p:cNvPr id="4" name="Graphic 3" descr="JDBC - Persistence Services | openHAB">
            <a:extLst>
              <a:ext uri="{FF2B5EF4-FFF2-40B4-BE49-F238E27FC236}">
                <a16:creationId xmlns:a16="http://schemas.microsoft.com/office/drawing/2014/main" id="{2AE69BF4-8C8C-C101-D635-AF73142C6C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58315" y="3429000"/>
            <a:ext cx="773049" cy="1167575"/>
          </a:xfrm>
          <a:prstGeom prst="rect">
            <a:avLst/>
          </a:prstGeom>
        </p:spPr>
      </p:pic>
      <p:pic>
        <p:nvPicPr>
          <p:cNvPr id="5" name="Picture 4" descr="PostgreSQL - Wikipedia">
            <a:extLst>
              <a:ext uri="{FF2B5EF4-FFF2-40B4-BE49-F238E27FC236}">
                <a16:creationId xmlns:a16="http://schemas.microsoft.com/office/drawing/2014/main" id="{665FC4B5-CE94-30DF-FCE4-B7999A12F4DD}"/>
              </a:ext>
            </a:extLst>
          </p:cNvPr>
          <p:cNvPicPr>
            <a:picLocks noChangeAspect="1"/>
          </p:cNvPicPr>
          <p:nvPr/>
        </p:nvPicPr>
        <p:blipFill>
          <a:blip r:embed="rId6"/>
          <a:stretch>
            <a:fillRect/>
          </a:stretch>
        </p:blipFill>
        <p:spPr>
          <a:xfrm>
            <a:off x="7555038" y="5106055"/>
            <a:ext cx="1578864" cy="1636408"/>
          </a:xfrm>
          <a:prstGeom prst="rect">
            <a:avLst/>
          </a:prstGeom>
        </p:spPr>
      </p:pic>
      <p:pic>
        <p:nvPicPr>
          <p:cNvPr id="8" name="Picture 7" descr="Docker - Visual Studio Marketplace">
            <a:extLst>
              <a:ext uri="{FF2B5EF4-FFF2-40B4-BE49-F238E27FC236}">
                <a16:creationId xmlns:a16="http://schemas.microsoft.com/office/drawing/2014/main" id="{3BCF3D66-DDFF-D88D-33D0-A5AA59674F24}"/>
              </a:ext>
            </a:extLst>
          </p:cNvPr>
          <p:cNvPicPr>
            <a:picLocks noChangeAspect="1"/>
          </p:cNvPicPr>
          <p:nvPr/>
        </p:nvPicPr>
        <p:blipFill>
          <a:blip r:embed="rId7"/>
          <a:stretch>
            <a:fillRect/>
          </a:stretch>
        </p:blipFill>
        <p:spPr>
          <a:xfrm>
            <a:off x="10213200" y="4723337"/>
            <a:ext cx="1647256" cy="1409430"/>
          </a:xfrm>
          <a:prstGeom prst="rect">
            <a:avLst/>
          </a:prstGeom>
        </p:spPr>
      </p:pic>
    </p:spTree>
    <p:extLst>
      <p:ext uri="{BB962C8B-B14F-4D97-AF65-F5344CB8AC3E}">
        <p14:creationId xmlns:p14="http://schemas.microsoft.com/office/powerpoint/2010/main" val="21838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A18D2-F2D3-5A96-768F-830CE9125AD4}"/>
              </a:ext>
            </a:extLst>
          </p:cNvPr>
          <p:cNvSpPr>
            <a:spLocks noGrp="1"/>
          </p:cNvSpPr>
          <p:nvPr>
            <p:ph type="title"/>
          </p:nvPr>
        </p:nvSpPr>
        <p:spPr/>
        <p:txBody>
          <a:bodyPr/>
          <a:lstStyle/>
          <a:p>
            <a:r>
              <a:rPr lang="en-IN" dirty="0"/>
              <a:t>SOLID Principles</a:t>
            </a:r>
          </a:p>
        </p:txBody>
      </p:sp>
      <p:sp>
        <p:nvSpPr>
          <p:cNvPr id="3" name="Content Placeholder 2">
            <a:extLst>
              <a:ext uri="{FF2B5EF4-FFF2-40B4-BE49-F238E27FC236}">
                <a16:creationId xmlns:a16="http://schemas.microsoft.com/office/drawing/2014/main" id="{49CF0E62-851C-FF95-AA21-8CAC6E13F0F6}"/>
              </a:ext>
            </a:extLst>
          </p:cNvPr>
          <p:cNvSpPr>
            <a:spLocks noGrp="1"/>
          </p:cNvSpPr>
          <p:nvPr>
            <p:ph sz="quarter" idx="14"/>
          </p:nvPr>
        </p:nvSpPr>
        <p:spPr/>
        <p:txBody>
          <a:bodyPr>
            <a:normAutofit/>
          </a:bodyPr>
          <a:lstStyle/>
          <a:p>
            <a:pPr lvl="0"/>
            <a:r>
              <a:rPr lang="en-IN" sz="2000" b="1" dirty="0"/>
              <a:t>S — Single Responsibility:</a:t>
            </a:r>
            <a:r>
              <a:rPr lang="en-IN" sz="2000" dirty="0"/>
              <a:t> Repositories only do SQL, services only enforce business rules and the CLI only handles I/O.</a:t>
            </a:r>
          </a:p>
          <a:p>
            <a:pPr lvl="0"/>
            <a:r>
              <a:rPr lang="en-IN" sz="2000" b="1" dirty="0"/>
              <a:t>O — Open/Closed:</a:t>
            </a:r>
            <a:r>
              <a:rPr lang="en-IN" sz="2000" dirty="0"/>
              <a:t> New </a:t>
            </a:r>
            <a:r>
              <a:rPr lang="en-IN" sz="2000" dirty="0" err="1"/>
              <a:t>ConnectionProvider</a:t>
            </a:r>
            <a:r>
              <a:rPr lang="en-IN" sz="2000" dirty="0"/>
              <a:t> or </a:t>
            </a:r>
            <a:r>
              <a:rPr lang="en-IN" sz="2000" dirty="0" err="1"/>
              <a:t>AccountRepository</a:t>
            </a:r>
            <a:r>
              <a:rPr lang="en-IN" sz="2000" dirty="0"/>
              <a:t> implementations can be added without changing service code</a:t>
            </a:r>
          </a:p>
          <a:p>
            <a:pPr lvl="0"/>
            <a:r>
              <a:rPr lang="en-IN" sz="2000" b="1" dirty="0"/>
              <a:t>L — </a:t>
            </a:r>
            <a:r>
              <a:rPr lang="en-IN" sz="2000" b="1" dirty="0" err="1"/>
              <a:t>Liskov</a:t>
            </a:r>
            <a:r>
              <a:rPr lang="en-IN" sz="2000" b="1" dirty="0"/>
              <a:t> Substitution:</a:t>
            </a:r>
            <a:r>
              <a:rPr lang="en-IN" sz="2000" dirty="0"/>
              <a:t> any </a:t>
            </a:r>
            <a:r>
              <a:rPr lang="en-IN" sz="2000" dirty="0" err="1"/>
              <a:t>AccountRepository</a:t>
            </a:r>
            <a:r>
              <a:rPr lang="en-IN" sz="2000" dirty="0"/>
              <a:t> implementation can stand in for another — the service layer doesn't know or care</a:t>
            </a:r>
          </a:p>
          <a:p>
            <a:pPr lvl="0"/>
            <a:r>
              <a:rPr lang="en-IN" sz="2000" b="1" dirty="0"/>
              <a:t>I — Interface Segregation:</a:t>
            </a:r>
            <a:r>
              <a:rPr lang="en-IN" sz="2000" dirty="0"/>
              <a:t> small, focused contracts (</a:t>
            </a:r>
            <a:r>
              <a:rPr lang="en-IN" sz="2000" dirty="0" err="1"/>
              <a:t>ConnectionProvider</a:t>
            </a:r>
            <a:r>
              <a:rPr lang="en-IN" sz="2000" dirty="0"/>
              <a:t>, </a:t>
            </a:r>
            <a:r>
              <a:rPr lang="en-IN" sz="2000" dirty="0" err="1"/>
              <a:t>TransactionManager</a:t>
            </a:r>
            <a:r>
              <a:rPr lang="en-IN" sz="2000" dirty="0"/>
              <a:t>, </a:t>
            </a:r>
            <a:r>
              <a:rPr lang="en-IN" sz="2000" dirty="0" err="1"/>
              <a:t>UnitOfWork</a:t>
            </a:r>
            <a:r>
              <a:rPr lang="en-IN" sz="2000" dirty="0"/>
              <a:t>) instead of one bloated interface</a:t>
            </a:r>
          </a:p>
          <a:p>
            <a:pPr lvl="0"/>
            <a:r>
              <a:rPr lang="en-IN" sz="2000" b="1" dirty="0"/>
              <a:t>D — Dependency Inversion:</a:t>
            </a:r>
            <a:r>
              <a:rPr lang="en-IN" sz="2000" dirty="0"/>
              <a:t> Main.java is the only class that references concrete classes; everything else depends on interfaces.</a:t>
            </a:r>
          </a:p>
        </p:txBody>
      </p:sp>
      <p:sp>
        <p:nvSpPr>
          <p:cNvPr id="4" name="Picture Placeholder 3">
            <a:extLst>
              <a:ext uri="{FF2B5EF4-FFF2-40B4-BE49-F238E27FC236}">
                <a16:creationId xmlns:a16="http://schemas.microsoft.com/office/drawing/2014/main" id="{DEFA280F-2737-2893-599C-41A75C614110}"/>
              </a:ext>
            </a:extLst>
          </p:cNvPr>
          <p:cNvSpPr>
            <a:spLocks noGrp="1"/>
          </p:cNvSpPr>
          <p:nvPr>
            <p:ph type="pic" sz="quarter" idx="13"/>
          </p:nvPr>
        </p:nvSpPr>
        <p:spPr/>
      </p:sp>
    </p:spTree>
    <p:extLst>
      <p:ext uri="{BB962C8B-B14F-4D97-AF65-F5344CB8AC3E}">
        <p14:creationId xmlns:p14="http://schemas.microsoft.com/office/powerpoint/2010/main" val="2769638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BAA5-766D-1137-2322-D43CFA46881B}"/>
              </a:ext>
            </a:extLst>
          </p:cNvPr>
          <p:cNvSpPr>
            <a:spLocks noGrp="1"/>
          </p:cNvSpPr>
          <p:nvPr>
            <p:ph type="title"/>
          </p:nvPr>
        </p:nvSpPr>
        <p:spPr>
          <a:xfrm>
            <a:off x="4754880" y="478810"/>
            <a:ext cx="6680364" cy="1525849"/>
          </a:xfrm>
        </p:spPr>
        <p:txBody>
          <a:bodyPr/>
          <a:lstStyle/>
          <a:p>
            <a:r>
              <a:rPr lang="en-IN" b="1" dirty="0"/>
              <a:t>Key Engineering Decisions</a:t>
            </a:r>
            <a:endParaRPr lang="en-IN" dirty="0"/>
          </a:p>
        </p:txBody>
      </p:sp>
      <p:sp>
        <p:nvSpPr>
          <p:cNvPr id="3" name="Content Placeholder 2">
            <a:extLst>
              <a:ext uri="{FF2B5EF4-FFF2-40B4-BE49-F238E27FC236}">
                <a16:creationId xmlns:a16="http://schemas.microsoft.com/office/drawing/2014/main" id="{1F4B0A9F-295A-18BD-D5CB-467C822295C1}"/>
              </a:ext>
            </a:extLst>
          </p:cNvPr>
          <p:cNvSpPr>
            <a:spLocks noGrp="1"/>
          </p:cNvSpPr>
          <p:nvPr>
            <p:ph sz="quarter" idx="13"/>
          </p:nvPr>
        </p:nvSpPr>
        <p:spPr>
          <a:xfrm>
            <a:off x="4270248" y="2495412"/>
            <a:ext cx="7644384" cy="3631068"/>
          </a:xfrm>
        </p:spPr>
        <p:txBody>
          <a:bodyPr vert="horz" lIns="91440" tIns="45720" rIns="91440" bIns="45720" rtlCol="0" anchor="t">
            <a:noAutofit/>
          </a:bodyPr>
          <a:lstStyle/>
          <a:p>
            <a:pPr lvl="0"/>
            <a:r>
              <a:rPr lang="en-IN" b="1" dirty="0"/>
              <a:t>Atomic transfers:</a:t>
            </a:r>
            <a:r>
              <a:rPr lang="en-IN" sz="1600" dirty="0"/>
              <a:t> A transfer runs as one database transaction debit, credit and two audit rows all commit together or all roll back, so money is never deducted from one account without appearing in the other.</a:t>
            </a:r>
          </a:p>
          <a:p>
            <a:pPr lvl="0"/>
            <a:r>
              <a:rPr lang="en-IN" b="1" dirty="0"/>
              <a:t>Separated exception hierarchy:</a:t>
            </a:r>
            <a:r>
              <a:rPr lang="en-IN" sz="1600" dirty="0"/>
              <a:t> Business errors (</a:t>
            </a:r>
            <a:r>
              <a:rPr lang="en-IN" sz="1600" dirty="0" err="1"/>
              <a:t>InsufficientFundsException</a:t>
            </a:r>
            <a:r>
              <a:rPr lang="en-IN" sz="1600" dirty="0"/>
              <a:t>, </a:t>
            </a:r>
            <a:r>
              <a:rPr lang="en-IN" sz="1600" dirty="0" err="1"/>
              <a:t>InvalidPinException</a:t>
            </a:r>
            <a:r>
              <a:rPr lang="en-IN" sz="1600" dirty="0"/>
              <a:t>) show the user a specific message, technical errors (</a:t>
            </a:r>
            <a:r>
              <a:rPr lang="en-IN" sz="1600" dirty="0" err="1"/>
              <a:t>DataAccessException</a:t>
            </a:r>
            <a:r>
              <a:rPr lang="en-IN" sz="1600" dirty="0"/>
              <a:t>) show a generic message and log the real detail so that the user never sees a raw stack trace.</a:t>
            </a:r>
          </a:p>
          <a:p>
            <a:r>
              <a:rPr lang="en-IN" b="1" dirty="0"/>
              <a:t>Two-row transfer audit model:</a:t>
            </a:r>
            <a:r>
              <a:rPr lang="en-IN" sz="1600" dirty="0"/>
              <a:t> A transfer writes two linked records (TRANSFER_OUT on the sender, TRANSFER_IN on the recipient) via a shared </a:t>
            </a:r>
            <a:r>
              <a:rPr lang="en-IN" sz="1600" dirty="0" err="1"/>
              <a:t>related_account_id</a:t>
            </a:r>
            <a:r>
              <a:rPr lang="en-IN" sz="1600" dirty="0"/>
              <a:t>, instead of one ambiguous TRANSFER row, so any single row tells you debit or credit without needing to cross-reference its pair.</a:t>
            </a:r>
          </a:p>
        </p:txBody>
      </p:sp>
    </p:spTree>
    <p:extLst>
      <p:ext uri="{BB962C8B-B14F-4D97-AF65-F5344CB8AC3E}">
        <p14:creationId xmlns:p14="http://schemas.microsoft.com/office/powerpoint/2010/main" val="203060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AFFB03-EF3B-5DE3-1AE2-C68E8C5EDA05}"/>
              </a:ext>
            </a:extLst>
          </p:cNvPr>
          <p:cNvSpPr>
            <a:spLocks noGrp="1"/>
          </p:cNvSpPr>
          <p:nvPr>
            <p:ph type="ctrTitle"/>
          </p:nvPr>
        </p:nvSpPr>
        <p:spPr>
          <a:xfrm>
            <a:off x="657382" y="2006614"/>
            <a:ext cx="6039983" cy="2844773"/>
          </a:xfrm>
        </p:spPr>
        <p:txBody>
          <a:bodyPr/>
          <a:lstStyle/>
          <a:p>
            <a:r>
              <a:rPr lang="en-US" dirty="0"/>
              <a:t>Live Demo</a:t>
            </a:r>
          </a:p>
        </p:txBody>
      </p:sp>
      <p:pic>
        <p:nvPicPr>
          <p:cNvPr id="5" name="Picture Placeholder 4" descr="A close-up of fabric">
            <a:extLst>
              <a:ext uri="{FF2B5EF4-FFF2-40B4-BE49-F238E27FC236}">
                <a16:creationId xmlns:a16="http://schemas.microsoft.com/office/drawing/2014/main" id="{9E752D16-EAC8-73FB-5B7B-31D067623AB8}"/>
              </a:ext>
            </a:extLst>
          </p:cNvPr>
          <p:cNvPicPr>
            <a:picLocks noGrp="1" noChangeAspect="1"/>
          </p:cNvPicPr>
          <p:nvPr>
            <p:ph type="pic" sz="quarter" idx="13"/>
          </p:nvPr>
        </p:nvPicPr>
        <p:blipFill>
          <a:blip r:embed="rId2" cstate="screen">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7797013" y="633794"/>
            <a:ext cx="4394987" cy="5590412"/>
          </a:xfrm>
          <a:noFill/>
        </p:spPr>
      </p:pic>
    </p:spTree>
    <p:extLst>
      <p:ext uri="{BB962C8B-B14F-4D97-AF65-F5344CB8AC3E}">
        <p14:creationId xmlns:p14="http://schemas.microsoft.com/office/powerpoint/2010/main" val="652764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5A70-3D2A-610D-45D2-2C6966573C2D}"/>
              </a:ext>
            </a:extLst>
          </p:cNvPr>
          <p:cNvSpPr>
            <a:spLocks noGrp="1"/>
          </p:cNvSpPr>
          <p:nvPr>
            <p:ph type="ctrTitle"/>
          </p:nvPr>
        </p:nvSpPr>
        <p:spPr>
          <a:xfrm>
            <a:off x="748517" y="1559052"/>
            <a:ext cx="4480560" cy="3739896"/>
          </a:xfrm>
        </p:spPr>
        <p:txBody>
          <a:bodyPr/>
          <a:lstStyle/>
          <a:p>
            <a:r>
              <a:rPr lang="en-US" dirty="0"/>
              <a:t>Q&amp;A</a:t>
            </a:r>
          </a:p>
        </p:txBody>
      </p:sp>
      <p:pic>
        <p:nvPicPr>
          <p:cNvPr id="5" name="Picture Placeholder 4" descr="A city with clouds in the sky">
            <a:extLst>
              <a:ext uri="{FF2B5EF4-FFF2-40B4-BE49-F238E27FC236}">
                <a16:creationId xmlns:a16="http://schemas.microsoft.com/office/drawing/2014/main" id="{A9CBA2B4-66DA-8CC9-7600-18B4E9872969}"/>
              </a:ext>
            </a:extLst>
          </p:cNvPr>
          <p:cNvPicPr>
            <a:picLocks noGrp="1" noChangeAspect="1"/>
          </p:cNvPicPr>
          <p:nvPr>
            <p:ph type="pic" sz="quarter" idx="13"/>
          </p:nvPr>
        </p:nvPicPr>
        <p:blipFill>
          <a:blip r:embed="rId3" cstate="screen">
            <a:alphaModFix amt="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6208065" y="627418"/>
            <a:ext cx="5983935" cy="5596128"/>
          </a:xfrm>
          <a:noFill/>
        </p:spPr>
      </p:pic>
    </p:spTree>
    <p:extLst>
      <p:ext uri="{BB962C8B-B14F-4D97-AF65-F5344CB8AC3E}">
        <p14:creationId xmlns:p14="http://schemas.microsoft.com/office/powerpoint/2010/main" val="2287672867"/>
      </p:ext>
    </p:extLst>
  </p:cSld>
  <p:clrMapOvr>
    <a:masterClrMapping/>
  </p:clrMapOvr>
</p:sld>
</file>

<file path=ppt/theme/theme1.xml><?xml version="1.0" encoding="utf-8"?>
<a:theme xmlns:a="http://schemas.openxmlformats.org/drawingml/2006/main" name="Neutrals">
  <a:themeElements>
    <a:clrScheme name="Neutral Blue &amp; Green">
      <a:dk1>
        <a:srgbClr val="000000"/>
      </a:dk1>
      <a:lt1>
        <a:srgbClr val="FFFFFF"/>
      </a:lt1>
      <a:dk2>
        <a:srgbClr val="2C3932"/>
      </a:dk2>
      <a:lt2>
        <a:srgbClr val="FDF6EA"/>
      </a:lt2>
      <a:accent1>
        <a:srgbClr val="E6E3DD"/>
      </a:accent1>
      <a:accent2>
        <a:srgbClr val="DCE4E7"/>
      </a:accent2>
      <a:accent3>
        <a:srgbClr val="F2F0ED"/>
      </a:accent3>
      <a:accent4>
        <a:srgbClr val="8C9178"/>
      </a:accent4>
      <a:accent5>
        <a:srgbClr val="919EAC"/>
      </a:accent5>
      <a:accent6>
        <a:srgbClr val="1D2144"/>
      </a:accent6>
      <a:hlink>
        <a:srgbClr val="2A4211"/>
      </a:hlink>
      <a:folHlink>
        <a:srgbClr val="663E17"/>
      </a:folHlink>
    </a:clrScheme>
    <a:fontScheme name="Custom 11">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utrals_Marketing Presentation_win32_EF_v5" id="{912EE30E-10C6-49B2-B09B-13A40EF80CC3}" vid="{D699B455-0A60-4FD8-AD0C-B6B9C773D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CEDABF-7176-4A42-8EF9-E5D4DD31FF6C}">
  <ds:schemaRefs>
    <ds:schemaRef ds:uri="71af3243-3dd4-4a8d-8c0d-dd76da1f02a5"/>
    <ds:schemaRef ds:uri="http://schemas.microsoft.com/sharepoint/v3"/>
    <ds:schemaRef ds:uri="http://purl.org/dc/terms/"/>
    <ds:schemaRef ds:uri="http://schemas.microsoft.com/office/2006/documentManagement/types"/>
    <ds:schemaRef ds:uri="230e9df3-be65-4c73-a93b-d1236ebd677e"/>
    <ds:schemaRef ds:uri="http://schemas.microsoft.com/office/2006/metadata/properties"/>
    <ds:schemaRef ds:uri="http://purl.org/dc/elements/1.1/"/>
    <ds:schemaRef ds:uri="http://schemas.microsoft.com/office/infopath/2007/PartnerControls"/>
    <ds:schemaRef ds:uri="http://www.w3.org/XML/1998/namespace"/>
    <ds:schemaRef ds:uri="http://purl.org/dc/dcmitype/"/>
    <ds:schemaRef ds:uri="http://schemas.openxmlformats.org/package/2006/metadata/core-properties"/>
    <ds:schemaRef ds:uri="16c05727-aa75-4e4a-9b5f-8a80a1165891"/>
  </ds:schemaRefs>
</ds:datastoreItem>
</file>

<file path=customXml/itemProps3.xml><?xml version="1.0" encoding="utf-8"?>
<ds:datastoreItem xmlns:ds="http://schemas.openxmlformats.org/officeDocument/2006/customXml" ds:itemID="{D3301439-688F-4D19-B908-B48B62C5607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76</TotalTime>
  <Words>443</Words>
  <Application>Microsoft Office PowerPoint</Application>
  <PresentationFormat>Widescreen</PresentationFormat>
  <Paragraphs>33</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Felix Titling</vt:lpstr>
      <vt:lpstr>Goudy Old Style</vt:lpstr>
      <vt:lpstr>Neutrals</vt:lpstr>
      <vt:lpstr>Project :   Bank of CLI </vt:lpstr>
      <vt:lpstr>Overview</vt:lpstr>
      <vt:lpstr>PowerPoint Presentation</vt:lpstr>
      <vt:lpstr>   Layered- Architecture</vt:lpstr>
      <vt:lpstr>Technology Stack</vt:lpstr>
      <vt:lpstr>SOLID Principles</vt:lpstr>
      <vt:lpstr>Key Engineering Decisions</vt:lpstr>
      <vt:lpstr>Live Demo</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Aaron James</cp:lastModifiedBy>
  <cp:revision>186</cp:revision>
  <dcterms:created xsi:type="dcterms:W3CDTF">2026-09-24T02:53:13Z</dcterms:created>
  <dcterms:modified xsi:type="dcterms:W3CDTF">2026-09-24T15:02:22Z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